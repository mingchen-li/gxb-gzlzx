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7" r:id="rId3"/>
    <p:sldId id="500" r:id="rId5"/>
    <p:sldId id="6104081" r:id="rId6"/>
    <p:sldId id="6104084" r:id="rId7"/>
    <p:sldId id="6104083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9" userDrawn="1">
          <p15:clr>
            <a:srgbClr val="A4A3A4"/>
          </p15:clr>
        </p15:guide>
        <p15:guide id="2" pos="5212" userDrawn="1">
          <p15:clr>
            <a:srgbClr val="A4A3A4"/>
          </p15:clr>
        </p15:guide>
        <p15:guide id="3" pos="3821" userDrawn="1">
          <p15:clr>
            <a:srgbClr val="A4A3A4"/>
          </p15:clr>
        </p15:guide>
        <p15:guide id="4" orient="horz" pos="3126" userDrawn="1">
          <p15:clr>
            <a:srgbClr val="A4A3A4"/>
          </p15:clr>
        </p15:guide>
        <p15:guide id="5" pos="3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hao" initials="l" lastIdx="4" clrIdx="0"/>
  <p:cmAuthor id="2" name="作者" initials="A" lastIdx="0" clrIdx="1"/>
  <p:cmAuthor id="3" name="WPS_1679281038" initials="W" lastIdx="0" clrIdx="2"/>
  <p:cmAuthor id="4" name="WPS" initials="W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3A9"/>
    <a:srgbClr val="002FA7"/>
    <a:srgbClr val="FF0000"/>
    <a:srgbClr val="FFC000"/>
    <a:srgbClr val="053EB1"/>
    <a:srgbClr val="800020"/>
    <a:srgbClr val="1770D2"/>
    <a:srgbClr val="65B3EA"/>
    <a:srgbClr val="F6D200"/>
    <a:srgbClr val="146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0" y="60"/>
      </p:cViewPr>
      <p:guideLst>
        <p:guide orient="horz" pos="1779"/>
        <p:guide pos="5212"/>
        <p:guide pos="3821"/>
        <p:guide orient="horz" pos="3126"/>
        <p:guide pos="3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4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A23C3-B2A3-4525-BB04-183DB9ABD5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7271D-7AB3-42DD-A7A1-2F2240F84B5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17271D-7AB3-42DD-A7A1-2F2240F84B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584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4.xml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8.xml"/><Relationship Id="rId3" Type="http://schemas.openxmlformats.org/officeDocument/2006/relationships/image" Target="../media/image3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 descr="大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04780" y="421005"/>
            <a:ext cx="1340485" cy="595630"/>
          </a:xfrm>
          <a:prstGeom prst="rect">
            <a:avLst/>
          </a:prstGeom>
        </p:spPr>
      </p:pic>
      <p:sp>
        <p:nvSpPr>
          <p:cNvPr id="64" name="textbox 64"/>
          <p:cNvSpPr/>
          <p:nvPr userDrawn="1">
            <p:custDataLst>
              <p:tags r:id="rId4"/>
            </p:custDataLst>
          </p:nvPr>
        </p:nvSpPr>
        <p:spPr>
          <a:xfrm>
            <a:off x="559000" y="439419"/>
            <a:ext cx="5321934" cy="509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/>
          </a:p>
          <a:p>
            <a:pPr algn="l" rtl="0" eaLnBrk="0">
              <a:lnSpc>
                <a:spcPts val="3810"/>
              </a:lnSpc>
            </a:pPr>
            <a:endParaRPr lang="en-US" sz="3100" kern="0" spc="-90">
              <a:solidFill>
                <a:srgbClr val="4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378950" y="6318169"/>
            <a:ext cx="266465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E382C17-6D4C-4016-97D9-A3DE2818DCEE}" type="slidenum">
              <a:rPr lang="zh-CN" altLang="en-US" sz="900" i="0" smtClean="0">
                <a:latin typeface="HarmonyOS Sans SC" panose="00000500000000000000" charset="-122"/>
                <a:ea typeface="HarmonyOS Sans SC" panose="00000500000000000000" charset="-122"/>
              </a:rPr>
            </a:fld>
            <a:endParaRPr lang="zh-CN" altLang="en-US" sz="900" i="0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660400" y="1662430"/>
            <a:ext cx="5909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>
                <a:solidFill>
                  <a:schemeClr val="bg1">
                    <a:lumMod val="85000"/>
                    <a:alpha val="28000"/>
                  </a:schemeClr>
                </a:solidFill>
              </a:rPr>
              <a:t>Matwings</a:t>
            </a:r>
            <a:endParaRPr lang="en-US" altLang="zh-CN" sz="8000" b="1">
              <a:solidFill>
                <a:schemeClr val="bg1">
                  <a:lumMod val="85000"/>
                  <a:alpha val="28000"/>
                </a:schemeClr>
              </a:solidFill>
            </a:endParaRPr>
          </a:p>
        </p:txBody>
      </p:sp>
      <p:sp>
        <p:nvSpPr>
          <p:cNvPr id="4" name="textbox 4"/>
          <p:cNvSpPr/>
          <p:nvPr userDrawn="1"/>
        </p:nvSpPr>
        <p:spPr>
          <a:xfrm>
            <a:off x="696047" y="2174239"/>
            <a:ext cx="5789929" cy="2686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marL="12700" indent="50165" algn="dist" rtl="0" eaLnBrk="0">
              <a:lnSpc>
                <a:spcPct val="100000"/>
              </a:lnSpc>
              <a:spcBef>
                <a:spcPts val="1730"/>
              </a:spcBef>
            </a:pPr>
            <a:endParaRPr lang="zh-CN" sz="4800" kern="0" spc="-180">
              <a:solidFill>
                <a:schemeClr val="tx1">
                  <a:lumMod val="75000"/>
                  <a:lumOff val="2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50165" algn="dist" rtl="0" eaLnBrk="0">
              <a:lnSpc>
                <a:spcPct val="100000"/>
              </a:lnSpc>
              <a:spcBef>
                <a:spcPts val="1730"/>
              </a:spcBef>
            </a:pPr>
            <a:r>
              <a:rPr lang="zh-CN" sz="4800" b="1" kern="0" spc="-180">
                <a:solidFill>
                  <a:srgbClr val="10589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您的</a:t>
            </a:r>
            <a:r>
              <a:rPr lang="en-US" altLang="zh-CN" sz="4800" b="1" kern="0" spc="-180">
                <a:solidFill>
                  <a:srgbClr val="10589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4800" b="1" kern="0" spc="-180">
                <a:solidFill>
                  <a:srgbClr val="10589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蛋白设计专家</a:t>
            </a:r>
            <a:endParaRPr lang="zh-CN" altLang="en-US" sz="4800" b="1" kern="0" spc="-180">
              <a:solidFill>
                <a:srgbClr val="10589E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th"/>
          <p:cNvSpPr/>
          <p:nvPr userDrawn="1"/>
        </p:nvSpPr>
        <p:spPr>
          <a:xfrm>
            <a:off x="760972" y="440132"/>
            <a:ext cx="649800" cy="489599"/>
          </a:xfrm>
          <a:custGeom>
            <a:avLst/>
            <a:gdLst/>
            <a:ahLst/>
            <a:cxnLst/>
            <a:rect l="0" t="0" r="0" b="0"/>
            <a:pathLst>
              <a:path w="1023" h="771">
                <a:moveTo>
                  <a:pt x="0" y="45"/>
                </a:moveTo>
                <a:cubicBezTo>
                  <a:pt x="0" y="20"/>
                  <a:pt x="20" y="0"/>
                  <a:pt x="45" y="0"/>
                </a:cubicBezTo>
                <a:cubicBezTo>
                  <a:pt x="70" y="0"/>
                  <a:pt x="90" y="20"/>
                  <a:pt x="90" y="45"/>
                </a:cubicBezTo>
                <a:cubicBezTo>
                  <a:pt x="90" y="70"/>
                  <a:pt x="70" y="90"/>
                  <a:pt x="45" y="90"/>
                </a:cubicBezTo>
                <a:cubicBezTo>
                  <a:pt x="20" y="90"/>
                  <a:pt x="0" y="70"/>
                  <a:pt x="0" y="45"/>
                </a:cubicBezTo>
              </a:path>
              <a:path w="1023" h="771">
                <a:moveTo>
                  <a:pt x="467" y="45"/>
                </a:moveTo>
                <a:cubicBezTo>
                  <a:pt x="467" y="20"/>
                  <a:pt x="487" y="0"/>
                  <a:pt x="512" y="0"/>
                </a:cubicBezTo>
                <a:cubicBezTo>
                  <a:pt x="537" y="0"/>
                  <a:pt x="558" y="20"/>
                  <a:pt x="558" y="45"/>
                </a:cubicBezTo>
                <a:cubicBezTo>
                  <a:pt x="558" y="70"/>
                  <a:pt x="537" y="90"/>
                  <a:pt x="512" y="90"/>
                </a:cubicBezTo>
                <a:cubicBezTo>
                  <a:pt x="487" y="90"/>
                  <a:pt x="467" y="70"/>
                  <a:pt x="467" y="45"/>
                </a:cubicBezTo>
              </a:path>
              <a:path w="1023" h="771">
                <a:moveTo>
                  <a:pt x="932" y="45"/>
                </a:moveTo>
                <a:cubicBezTo>
                  <a:pt x="932" y="20"/>
                  <a:pt x="952" y="0"/>
                  <a:pt x="977" y="0"/>
                </a:cubicBezTo>
                <a:cubicBezTo>
                  <a:pt x="1003" y="0"/>
                  <a:pt x="1023" y="20"/>
                  <a:pt x="1023" y="45"/>
                </a:cubicBezTo>
                <a:cubicBezTo>
                  <a:pt x="1023" y="70"/>
                  <a:pt x="1003" y="90"/>
                  <a:pt x="977" y="90"/>
                </a:cubicBezTo>
                <a:cubicBezTo>
                  <a:pt x="952" y="90"/>
                  <a:pt x="932" y="70"/>
                  <a:pt x="932" y="45"/>
                </a:cubicBezTo>
              </a:path>
              <a:path w="1023" h="771">
                <a:moveTo>
                  <a:pt x="0" y="385"/>
                </a:moveTo>
                <a:cubicBezTo>
                  <a:pt x="0" y="360"/>
                  <a:pt x="20" y="340"/>
                  <a:pt x="45" y="340"/>
                </a:cubicBezTo>
                <a:cubicBezTo>
                  <a:pt x="70" y="340"/>
                  <a:pt x="90" y="360"/>
                  <a:pt x="90" y="385"/>
                </a:cubicBezTo>
                <a:cubicBezTo>
                  <a:pt x="90" y="410"/>
                  <a:pt x="70" y="430"/>
                  <a:pt x="45" y="430"/>
                </a:cubicBezTo>
                <a:cubicBezTo>
                  <a:pt x="20" y="430"/>
                  <a:pt x="0" y="410"/>
                  <a:pt x="0" y="385"/>
                </a:cubicBezTo>
              </a:path>
              <a:path w="1023" h="771">
                <a:moveTo>
                  <a:pt x="467" y="385"/>
                </a:moveTo>
                <a:cubicBezTo>
                  <a:pt x="467" y="360"/>
                  <a:pt x="487" y="340"/>
                  <a:pt x="512" y="340"/>
                </a:cubicBezTo>
                <a:cubicBezTo>
                  <a:pt x="537" y="340"/>
                  <a:pt x="558" y="360"/>
                  <a:pt x="558" y="385"/>
                </a:cubicBezTo>
                <a:cubicBezTo>
                  <a:pt x="558" y="410"/>
                  <a:pt x="537" y="430"/>
                  <a:pt x="512" y="430"/>
                </a:cubicBezTo>
                <a:cubicBezTo>
                  <a:pt x="487" y="430"/>
                  <a:pt x="467" y="410"/>
                  <a:pt x="467" y="385"/>
                </a:cubicBezTo>
              </a:path>
              <a:path w="1023" h="771">
                <a:moveTo>
                  <a:pt x="932" y="385"/>
                </a:moveTo>
                <a:cubicBezTo>
                  <a:pt x="932" y="360"/>
                  <a:pt x="952" y="340"/>
                  <a:pt x="977" y="340"/>
                </a:cubicBezTo>
                <a:cubicBezTo>
                  <a:pt x="1003" y="340"/>
                  <a:pt x="1023" y="360"/>
                  <a:pt x="1023" y="385"/>
                </a:cubicBezTo>
                <a:cubicBezTo>
                  <a:pt x="1023" y="410"/>
                  <a:pt x="1003" y="430"/>
                  <a:pt x="977" y="430"/>
                </a:cubicBezTo>
                <a:cubicBezTo>
                  <a:pt x="952" y="430"/>
                  <a:pt x="932" y="410"/>
                  <a:pt x="932" y="385"/>
                </a:cubicBezTo>
              </a:path>
              <a:path w="1023" h="771">
                <a:moveTo>
                  <a:pt x="0" y="725"/>
                </a:moveTo>
                <a:cubicBezTo>
                  <a:pt x="0" y="700"/>
                  <a:pt x="20" y="680"/>
                  <a:pt x="45" y="680"/>
                </a:cubicBezTo>
                <a:cubicBezTo>
                  <a:pt x="70" y="680"/>
                  <a:pt x="90" y="700"/>
                  <a:pt x="90" y="725"/>
                </a:cubicBezTo>
                <a:cubicBezTo>
                  <a:pt x="90" y="750"/>
                  <a:pt x="70" y="771"/>
                  <a:pt x="45" y="771"/>
                </a:cubicBezTo>
                <a:cubicBezTo>
                  <a:pt x="20" y="771"/>
                  <a:pt x="0" y="750"/>
                  <a:pt x="0" y="725"/>
                </a:cubicBezTo>
              </a:path>
              <a:path w="1023" h="771">
                <a:moveTo>
                  <a:pt x="467" y="725"/>
                </a:moveTo>
                <a:cubicBezTo>
                  <a:pt x="467" y="700"/>
                  <a:pt x="487" y="680"/>
                  <a:pt x="512" y="680"/>
                </a:cubicBezTo>
                <a:cubicBezTo>
                  <a:pt x="537" y="680"/>
                  <a:pt x="558" y="700"/>
                  <a:pt x="558" y="725"/>
                </a:cubicBezTo>
                <a:cubicBezTo>
                  <a:pt x="558" y="750"/>
                  <a:pt x="537" y="771"/>
                  <a:pt x="512" y="771"/>
                </a:cubicBezTo>
                <a:cubicBezTo>
                  <a:pt x="487" y="771"/>
                  <a:pt x="467" y="750"/>
                  <a:pt x="467" y="725"/>
                </a:cubicBezTo>
              </a:path>
              <a:path w="1023" h="771">
                <a:moveTo>
                  <a:pt x="932" y="725"/>
                </a:moveTo>
                <a:cubicBezTo>
                  <a:pt x="932" y="700"/>
                  <a:pt x="952" y="680"/>
                  <a:pt x="977" y="680"/>
                </a:cubicBezTo>
                <a:cubicBezTo>
                  <a:pt x="1003" y="680"/>
                  <a:pt x="1023" y="700"/>
                  <a:pt x="1023" y="725"/>
                </a:cubicBezTo>
                <a:cubicBezTo>
                  <a:pt x="1023" y="750"/>
                  <a:pt x="1003" y="771"/>
                  <a:pt x="977" y="771"/>
                </a:cubicBezTo>
                <a:cubicBezTo>
                  <a:pt x="952" y="771"/>
                  <a:pt x="932" y="750"/>
                  <a:pt x="932" y="725"/>
                </a:cubicBezTo>
              </a:path>
            </a:pathLst>
          </a:custGeom>
          <a:solidFill>
            <a:schemeClr val="accent1">
              <a:lumMod val="75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" name="图片 5" descr="微信图片_20240327110623(1)(1)"/>
          <p:cNvPicPr>
            <a:picLocks noChangeAspect="1"/>
          </p:cNvPicPr>
          <p:nvPr userDrawn="1"/>
        </p:nvPicPr>
        <p:blipFill>
          <a:blip r:embed="rId5"/>
          <a:srcRect l="49406" r="2490"/>
          <a:stretch>
            <a:fillRect/>
          </a:stretch>
        </p:blipFill>
        <p:spPr>
          <a:xfrm>
            <a:off x="6812915" y="1474470"/>
            <a:ext cx="5038725" cy="422402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729615" y="2312035"/>
            <a:ext cx="3359785" cy="1024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sz="6000" b="1" kern="0" spc="-260">
                <a:solidFill>
                  <a:srgbClr val="38A1D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天鹜科技</a:t>
            </a:r>
            <a:endParaRPr lang="zh-CN" sz="6000" kern="0" spc="-260">
              <a:solidFill>
                <a:schemeClr val="tx1">
                  <a:lumMod val="75000"/>
                  <a:lumOff val="2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 descr="大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04780" y="421005"/>
            <a:ext cx="1340485" cy="595630"/>
          </a:xfrm>
          <a:prstGeom prst="rect">
            <a:avLst/>
          </a:prstGeom>
        </p:spPr>
      </p:pic>
      <p:sp>
        <p:nvSpPr>
          <p:cNvPr id="64" name="textbox 64"/>
          <p:cNvSpPr/>
          <p:nvPr userDrawn="1">
            <p:custDataLst>
              <p:tags r:id="rId4"/>
            </p:custDataLst>
          </p:nvPr>
        </p:nvSpPr>
        <p:spPr>
          <a:xfrm>
            <a:off x="559000" y="439419"/>
            <a:ext cx="5321934" cy="509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/>
          </a:p>
          <a:p>
            <a:pPr algn="l" rtl="0" eaLnBrk="0">
              <a:lnSpc>
                <a:spcPts val="3810"/>
              </a:lnSpc>
            </a:pPr>
            <a:endParaRPr lang="en-US" sz="3100" kern="0" spc="-90">
              <a:solidFill>
                <a:srgbClr val="4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378950" y="6318169"/>
            <a:ext cx="266465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E382C17-6D4C-4016-97D9-A3DE2818DCEE}" type="slidenum">
              <a:rPr lang="zh-CN" altLang="en-US" sz="900" i="0" smtClean="0">
                <a:latin typeface="HarmonyOS Sans SC" panose="00000500000000000000" charset="-122"/>
                <a:ea typeface="HarmonyOS Sans SC" panose="00000500000000000000" charset="-122"/>
              </a:rPr>
            </a:fld>
            <a:endParaRPr lang="zh-CN" altLang="en-US" sz="900" i="0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0" name="path"/>
          <p:cNvSpPr/>
          <p:nvPr userDrawn="1"/>
        </p:nvSpPr>
        <p:spPr>
          <a:xfrm>
            <a:off x="760972" y="440132"/>
            <a:ext cx="649800" cy="489599"/>
          </a:xfrm>
          <a:custGeom>
            <a:avLst/>
            <a:gdLst/>
            <a:ahLst/>
            <a:cxnLst/>
            <a:rect l="0" t="0" r="0" b="0"/>
            <a:pathLst>
              <a:path w="1023" h="771">
                <a:moveTo>
                  <a:pt x="0" y="45"/>
                </a:moveTo>
                <a:cubicBezTo>
                  <a:pt x="0" y="20"/>
                  <a:pt x="20" y="0"/>
                  <a:pt x="45" y="0"/>
                </a:cubicBezTo>
                <a:cubicBezTo>
                  <a:pt x="70" y="0"/>
                  <a:pt x="90" y="20"/>
                  <a:pt x="90" y="45"/>
                </a:cubicBezTo>
                <a:cubicBezTo>
                  <a:pt x="90" y="70"/>
                  <a:pt x="70" y="90"/>
                  <a:pt x="45" y="90"/>
                </a:cubicBezTo>
                <a:cubicBezTo>
                  <a:pt x="20" y="90"/>
                  <a:pt x="0" y="70"/>
                  <a:pt x="0" y="45"/>
                </a:cubicBezTo>
              </a:path>
              <a:path w="1023" h="771">
                <a:moveTo>
                  <a:pt x="467" y="45"/>
                </a:moveTo>
                <a:cubicBezTo>
                  <a:pt x="467" y="20"/>
                  <a:pt x="487" y="0"/>
                  <a:pt x="512" y="0"/>
                </a:cubicBezTo>
                <a:cubicBezTo>
                  <a:pt x="537" y="0"/>
                  <a:pt x="558" y="20"/>
                  <a:pt x="558" y="45"/>
                </a:cubicBezTo>
                <a:cubicBezTo>
                  <a:pt x="558" y="70"/>
                  <a:pt x="537" y="90"/>
                  <a:pt x="512" y="90"/>
                </a:cubicBezTo>
                <a:cubicBezTo>
                  <a:pt x="487" y="90"/>
                  <a:pt x="467" y="70"/>
                  <a:pt x="467" y="45"/>
                </a:cubicBezTo>
              </a:path>
              <a:path w="1023" h="771">
                <a:moveTo>
                  <a:pt x="932" y="45"/>
                </a:moveTo>
                <a:cubicBezTo>
                  <a:pt x="932" y="20"/>
                  <a:pt x="952" y="0"/>
                  <a:pt x="977" y="0"/>
                </a:cubicBezTo>
                <a:cubicBezTo>
                  <a:pt x="1003" y="0"/>
                  <a:pt x="1023" y="20"/>
                  <a:pt x="1023" y="45"/>
                </a:cubicBezTo>
                <a:cubicBezTo>
                  <a:pt x="1023" y="70"/>
                  <a:pt x="1003" y="90"/>
                  <a:pt x="977" y="90"/>
                </a:cubicBezTo>
                <a:cubicBezTo>
                  <a:pt x="952" y="90"/>
                  <a:pt x="932" y="70"/>
                  <a:pt x="932" y="45"/>
                </a:cubicBezTo>
              </a:path>
              <a:path w="1023" h="771">
                <a:moveTo>
                  <a:pt x="0" y="385"/>
                </a:moveTo>
                <a:cubicBezTo>
                  <a:pt x="0" y="360"/>
                  <a:pt x="20" y="340"/>
                  <a:pt x="45" y="340"/>
                </a:cubicBezTo>
                <a:cubicBezTo>
                  <a:pt x="70" y="340"/>
                  <a:pt x="90" y="360"/>
                  <a:pt x="90" y="385"/>
                </a:cubicBezTo>
                <a:cubicBezTo>
                  <a:pt x="90" y="410"/>
                  <a:pt x="70" y="430"/>
                  <a:pt x="45" y="430"/>
                </a:cubicBezTo>
                <a:cubicBezTo>
                  <a:pt x="20" y="430"/>
                  <a:pt x="0" y="410"/>
                  <a:pt x="0" y="385"/>
                </a:cubicBezTo>
              </a:path>
              <a:path w="1023" h="771">
                <a:moveTo>
                  <a:pt x="467" y="385"/>
                </a:moveTo>
                <a:cubicBezTo>
                  <a:pt x="467" y="360"/>
                  <a:pt x="487" y="340"/>
                  <a:pt x="512" y="340"/>
                </a:cubicBezTo>
                <a:cubicBezTo>
                  <a:pt x="537" y="340"/>
                  <a:pt x="558" y="360"/>
                  <a:pt x="558" y="385"/>
                </a:cubicBezTo>
                <a:cubicBezTo>
                  <a:pt x="558" y="410"/>
                  <a:pt x="537" y="430"/>
                  <a:pt x="512" y="430"/>
                </a:cubicBezTo>
                <a:cubicBezTo>
                  <a:pt x="487" y="430"/>
                  <a:pt x="467" y="410"/>
                  <a:pt x="467" y="385"/>
                </a:cubicBezTo>
              </a:path>
              <a:path w="1023" h="771">
                <a:moveTo>
                  <a:pt x="932" y="385"/>
                </a:moveTo>
                <a:cubicBezTo>
                  <a:pt x="932" y="360"/>
                  <a:pt x="952" y="340"/>
                  <a:pt x="977" y="340"/>
                </a:cubicBezTo>
                <a:cubicBezTo>
                  <a:pt x="1003" y="340"/>
                  <a:pt x="1023" y="360"/>
                  <a:pt x="1023" y="385"/>
                </a:cubicBezTo>
                <a:cubicBezTo>
                  <a:pt x="1023" y="410"/>
                  <a:pt x="1003" y="430"/>
                  <a:pt x="977" y="430"/>
                </a:cubicBezTo>
                <a:cubicBezTo>
                  <a:pt x="952" y="430"/>
                  <a:pt x="932" y="410"/>
                  <a:pt x="932" y="385"/>
                </a:cubicBezTo>
              </a:path>
              <a:path w="1023" h="771">
                <a:moveTo>
                  <a:pt x="0" y="725"/>
                </a:moveTo>
                <a:cubicBezTo>
                  <a:pt x="0" y="700"/>
                  <a:pt x="20" y="680"/>
                  <a:pt x="45" y="680"/>
                </a:cubicBezTo>
                <a:cubicBezTo>
                  <a:pt x="70" y="680"/>
                  <a:pt x="90" y="700"/>
                  <a:pt x="90" y="725"/>
                </a:cubicBezTo>
                <a:cubicBezTo>
                  <a:pt x="90" y="750"/>
                  <a:pt x="70" y="771"/>
                  <a:pt x="45" y="771"/>
                </a:cubicBezTo>
                <a:cubicBezTo>
                  <a:pt x="20" y="771"/>
                  <a:pt x="0" y="750"/>
                  <a:pt x="0" y="725"/>
                </a:cubicBezTo>
              </a:path>
              <a:path w="1023" h="771">
                <a:moveTo>
                  <a:pt x="467" y="725"/>
                </a:moveTo>
                <a:cubicBezTo>
                  <a:pt x="467" y="700"/>
                  <a:pt x="487" y="680"/>
                  <a:pt x="512" y="680"/>
                </a:cubicBezTo>
                <a:cubicBezTo>
                  <a:pt x="537" y="680"/>
                  <a:pt x="558" y="700"/>
                  <a:pt x="558" y="725"/>
                </a:cubicBezTo>
                <a:cubicBezTo>
                  <a:pt x="558" y="750"/>
                  <a:pt x="537" y="771"/>
                  <a:pt x="512" y="771"/>
                </a:cubicBezTo>
                <a:cubicBezTo>
                  <a:pt x="487" y="771"/>
                  <a:pt x="467" y="750"/>
                  <a:pt x="467" y="725"/>
                </a:cubicBezTo>
              </a:path>
              <a:path w="1023" h="771">
                <a:moveTo>
                  <a:pt x="932" y="725"/>
                </a:moveTo>
                <a:cubicBezTo>
                  <a:pt x="932" y="700"/>
                  <a:pt x="952" y="680"/>
                  <a:pt x="977" y="680"/>
                </a:cubicBezTo>
                <a:cubicBezTo>
                  <a:pt x="1003" y="680"/>
                  <a:pt x="1023" y="700"/>
                  <a:pt x="1023" y="725"/>
                </a:cubicBezTo>
                <a:cubicBezTo>
                  <a:pt x="1023" y="750"/>
                  <a:pt x="1003" y="771"/>
                  <a:pt x="977" y="771"/>
                </a:cubicBezTo>
                <a:cubicBezTo>
                  <a:pt x="952" y="771"/>
                  <a:pt x="932" y="750"/>
                  <a:pt x="932" y="725"/>
                </a:cubicBezTo>
              </a:path>
            </a:pathLst>
          </a:custGeom>
          <a:solidFill>
            <a:schemeClr val="accent1">
              <a:lumMod val="75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îs1ïḓê"/>
          <p:cNvSpPr/>
          <p:nvPr userDrawn="1"/>
        </p:nvSpPr>
        <p:spPr>
          <a:xfrm>
            <a:off x="0" y="5000625"/>
            <a:ext cx="1751890" cy="1857374"/>
          </a:xfrm>
          <a:custGeom>
            <a:avLst/>
            <a:gdLst>
              <a:gd name="connsiteX0" fmla="*/ 618415 w 1751890"/>
              <a:gd name="connsiteY0" fmla="*/ 0 h 1857374"/>
              <a:gd name="connsiteX1" fmla="*/ 1751890 w 1751890"/>
              <a:gd name="connsiteY1" fmla="*/ 1133475 h 1857374"/>
              <a:gd name="connsiteX2" fmla="*/ 1493059 w 1751890"/>
              <a:gd name="connsiteY2" fmla="*/ 1854471 h 1857374"/>
              <a:gd name="connsiteX3" fmla="*/ 1490420 w 1751890"/>
              <a:gd name="connsiteY3" fmla="*/ 1857374 h 1857374"/>
              <a:gd name="connsiteX4" fmla="*/ 0 w 1751890"/>
              <a:gd name="connsiteY4" fmla="*/ 1857374 h 1857374"/>
              <a:gd name="connsiteX5" fmla="*/ 0 w 1751890"/>
              <a:gd name="connsiteY5" fmla="*/ 184272 h 1857374"/>
              <a:gd name="connsiteX6" fmla="*/ 78134 w 1751890"/>
              <a:gd name="connsiteY6" fmla="*/ 136805 h 1857374"/>
              <a:gd name="connsiteX7" fmla="*/ 618415 w 1751890"/>
              <a:gd name="connsiteY7" fmla="*/ 0 h 1857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1890" h="1857374">
                <a:moveTo>
                  <a:pt x="618415" y="0"/>
                </a:moveTo>
                <a:cubicBezTo>
                  <a:pt x="1244416" y="0"/>
                  <a:pt x="1751890" y="507474"/>
                  <a:pt x="1751890" y="1133475"/>
                </a:cubicBezTo>
                <a:cubicBezTo>
                  <a:pt x="1751890" y="1407351"/>
                  <a:pt x="1654756" y="1658539"/>
                  <a:pt x="1493059" y="1854471"/>
                </a:cubicBezTo>
                <a:lnTo>
                  <a:pt x="1490420" y="1857374"/>
                </a:lnTo>
                <a:lnTo>
                  <a:pt x="0" y="1857374"/>
                </a:lnTo>
                <a:lnTo>
                  <a:pt x="0" y="184272"/>
                </a:lnTo>
                <a:lnTo>
                  <a:pt x="78134" y="136805"/>
                </a:lnTo>
                <a:cubicBezTo>
                  <a:pt x="238739" y="49558"/>
                  <a:pt x="422790" y="0"/>
                  <a:pt x="618415" y="0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ï$liḑé"/>
          <p:cNvSpPr/>
          <p:nvPr userDrawn="1"/>
        </p:nvSpPr>
        <p:spPr>
          <a:xfrm>
            <a:off x="11201400" y="1866900"/>
            <a:ext cx="514350" cy="514350"/>
          </a:xfrm>
          <a:prstGeom prst="ellipse">
            <a:avLst/>
          </a:pr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 userDrawn="1">
            <p:custDataLst>
              <p:tags r:id="rId3"/>
            </p:custDataLst>
          </p:nvPr>
        </p:nvSpPr>
        <p:spPr>
          <a:xfrm>
            <a:off x="559000" y="439419"/>
            <a:ext cx="5321934" cy="509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/>
          </a:p>
          <a:p>
            <a:pPr algn="l" rtl="0" eaLnBrk="0">
              <a:lnSpc>
                <a:spcPts val="3810"/>
              </a:lnSpc>
            </a:pPr>
            <a:endParaRPr lang="en-US" sz="3100" kern="0" spc="-90">
              <a:solidFill>
                <a:srgbClr val="4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378950" y="6318169"/>
            <a:ext cx="266465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E382C17-6D4C-4016-97D9-A3DE2818DCEE}" type="slidenum">
              <a:rPr lang="zh-CN" altLang="en-US" sz="900" i="0" smtClean="0">
                <a:latin typeface="HarmonyOS Sans SC" panose="00000500000000000000" charset="-122"/>
                <a:ea typeface="HarmonyOS Sans SC" panose="00000500000000000000" charset="-122"/>
              </a:rPr>
            </a:fld>
            <a:endParaRPr lang="zh-CN" altLang="en-US" sz="900" i="0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4" name="ïslíḓé"/>
          <p:cNvSpPr/>
          <p:nvPr userDrawn="1"/>
        </p:nvSpPr>
        <p:spPr>
          <a:xfrm>
            <a:off x="0" y="0"/>
            <a:ext cx="1943706" cy="1425711"/>
          </a:xfrm>
          <a:custGeom>
            <a:avLst/>
            <a:gdLst>
              <a:gd name="connsiteX0" fmla="*/ 0 w 1943706"/>
              <a:gd name="connsiteY0" fmla="*/ 0 h 1425711"/>
              <a:gd name="connsiteX1" fmla="*/ 1943706 w 1943706"/>
              <a:gd name="connsiteY1" fmla="*/ 0 h 1425711"/>
              <a:gd name="connsiteX2" fmla="*/ 1910984 w 1943706"/>
              <a:gd name="connsiteY2" fmla="*/ 102952 h 1425711"/>
              <a:gd name="connsiteX3" fmla="*/ 738480 w 1943706"/>
              <a:gd name="connsiteY3" fmla="*/ 1293296 h 1425711"/>
              <a:gd name="connsiteX4" fmla="*/ 253 w 1943706"/>
              <a:gd name="connsiteY4" fmla="*/ 1425583 h 1425711"/>
              <a:gd name="connsiteX5" fmla="*/ 0 w 1943706"/>
              <a:gd name="connsiteY5" fmla="*/ 1425572 h 1425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3706" h="1425711">
                <a:moveTo>
                  <a:pt x="0" y="0"/>
                </a:moveTo>
                <a:lnTo>
                  <a:pt x="1943706" y="0"/>
                </a:lnTo>
                <a:lnTo>
                  <a:pt x="1910984" y="102952"/>
                </a:lnTo>
                <a:cubicBezTo>
                  <a:pt x="1718221" y="631734"/>
                  <a:pt x="1305651" y="1077041"/>
                  <a:pt x="738480" y="1293296"/>
                </a:cubicBezTo>
                <a:cubicBezTo>
                  <a:pt x="495407" y="1385977"/>
                  <a:pt x="245512" y="1428362"/>
                  <a:pt x="253" y="1425583"/>
                </a:cubicBezTo>
                <a:lnTo>
                  <a:pt x="0" y="1425572"/>
                </a:ln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圆角矩形 15"/>
          <p:cNvSpPr/>
          <p:nvPr userDrawn="1"/>
        </p:nvSpPr>
        <p:spPr>
          <a:xfrm>
            <a:off x="607060" y="867410"/>
            <a:ext cx="4752975" cy="102870"/>
          </a:xfrm>
          <a:prstGeom prst="roundRect">
            <a:avLst>
              <a:gd name="adj" fmla="val 50000"/>
            </a:avLst>
          </a:prstGeom>
          <a:gradFill>
            <a:gsLst>
              <a:gs pos="47000">
                <a:srgbClr val="002FA7"/>
              </a:gs>
              <a:gs pos="100000">
                <a:schemeClr val="bg1">
                  <a:alpha val="0"/>
                </a:schemeClr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596265" y="377426"/>
            <a:ext cx="2627630" cy="4178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/>
              <a:t>单击此处编辑</a:t>
            </a:r>
            <a:endParaRPr lang="zh-CN" altLang="en-US"/>
          </a:p>
        </p:txBody>
      </p:sp>
      <p:pic>
        <p:nvPicPr>
          <p:cNvPr id="6" name="图片 5" descr="资源 16@33.33x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4620" y="421005"/>
            <a:ext cx="1350645" cy="6000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米色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 descr="资源 16@33.33x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620" y="421005"/>
            <a:ext cx="1350645" cy="600075"/>
          </a:xfrm>
          <a:prstGeom prst="rect">
            <a:avLst/>
          </a:prstGeom>
        </p:spPr>
      </p:pic>
      <p:sp>
        <p:nvSpPr>
          <p:cNvPr id="64" name="textbox 64"/>
          <p:cNvSpPr/>
          <p:nvPr userDrawn="1">
            <p:custDataLst>
              <p:tags r:id="rId4"/>
            </p:custDataLst>
          </p:nvPr>
        </p:nvSpPr>
        <p:spPr>
          <a:xfrm>
            <a:off x="559000" y="439419"/>
            <a:ext cx="5321934" cy="509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/>
          </a:p>
          <a:p>
            <a:pPr algn="l" rtl="0" eaLnBrk="0">
              <a:lnSpc>
                <a:spcPts val="3810"/>
              </a:lnSpc>
            </a:pPr>
            <a:endParaRPr lang="en-US" sz="3100" kern="0" spc="-90">
              <a:solidFill>
                <a:srgbClr val="4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378950" y="6318169"/>
            <a:ext cx="266465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E382C17-6D4C-4016-97D9-A3DE2818DCEE}" type="slidenum">
              <a:rPr lang="zh-CN" altLang="en-US" sz="900" i="0" smtClean="0">
                <a:latin typeface="HarmonyOS Sans SC" panose="00000500000000000000" charset="-122"/>
                <a:ea typeface="HarmonyOS Sans SC" panose="00000500000000000000" charset="-122"/>
              </a:rPr>
            </a:fld>
            <a:endParaRPr lang="zh-CN" altLang="en-US" sz="900" i="0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底内容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" name="图片 4" descr="大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04780" y="421005"/>
            <a:ext cx="1340485" cy="595630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1378950" y="6318169"/>
            <a:ext cx="266465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E382C17-6D4C-4016-97D9-A3DE2818DCEE}" type="slidenum">
              <a:rPr lang="zh-CN" altLang="en-US" sz="900" i="0" smtClean="0">
                <a:latin typeface="HarmonyOS Sans SC" panose="00000500000000000000" charset="-122"/>
                <a:ea typeface="HarmonyOS Sans SC" panose="00000500000000000000" charset="-122"/>
              </a:rPr>
            </a:fld>
            <a:endParaRPr lang="zh-CN" altLang="en-US" sz="900" i="0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>
            <a:off x="607060" y="867410"/>
            <a:ext cx="4752975" cy="102870"/>
          </a:xfrm>
          <a:prstGeom prst="roundRect">
            <a:avLst>
              <a:gd name="adj" fmla="val 50000"/>
            </a:avLst>
          </a:prstGeom>
          <a:gradFill>
            <a:gsLst>
              <a:gs pos="47000">
                <a:srgbClr val="38A1DB"/>
              </a:gs>
              <a:gs pos="100000">
                <a:schemeClr val="bg1">
                  <a:alpha val="0"/>
                </a:schemeClr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0" hasCustomPrompt="1"/>
          </p:nvPr>
        </p:nvSpPr>
        <p:spPr>
          <a:xfrm>
            <a:off x="596265" y="377426"/>
            <a:ext cx="2627630" cy="4178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/>
              <a:t>单击此处编辑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 userDrawn="1">
            <p:custDataLst>
              <p:tags r:id="rId3"/>
            </p:custDataLst>
          </p:nvPr>
        </p:nvSpPr>
        <p:spPr>
          <a:xfrm>
            <a:off x="559000" y="439419"/>
            <a:ext cx="5321934" cy="509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/>
          </a:p>
          <a:p>
            <a:pPr algn="l" rtl="0" eaLnBrk="0">
              <a:lnSpc>
                <a:spcPts val="3810"/>
              </a:lnSpc>
            </a:pPr>
            <a:endParaRPr lang="en-US" sz="3100" kern="0" spc="-90">
              <a:solidFill>
                <a:srgbClr val="40404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1378950" y="6318169"/>
            <a:ext cx="266465" cy="138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E382C17-6D4C-4016-97D9-A3DE2818DCEE}" type="slidenum">
              <a:rPr lang="zh-CN" altLang="en-US" sz="900" i="0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900" i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资源 16@33.33x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4620" y="421005"/>
            <a:ext cx="1350645" cy="600075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526" y="1"/>
            <a:ext cx="12188951" cy="68580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平行四边形 18"/>
          <p:cNvSpPr/>
          <p:nvPr userDrawn="1"/>
        </p:nvSpPr>
        <p:spPr>
          <a:xfrm>
            <a:off x="2" y="1"/>
            <a:ext cx="12191482" cy="685801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pic>
        <p:nvPicPr>
          <p:cNvPr id="20" name="图片 19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/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11428834" y="119858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12" name="平行四边形 11"/>
          <p:cNvSpPr/>
          <p:nvPr userDrawn="1"/>
        </p:nvSpPr>
        <p:spPr>
          <a:xfrm>
            <a:off x="11016782" y="322603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1789795" y="6549944"/>
            <a:ext cx="2664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E382C17-6D4C-4016-97D9-A3DE2818DCEE}" type="slidenum">
              <a:rPr lang="zh-CN" altLang="en-US" sz="1400" i="0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400" i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微信图片_20240327110623(1)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9406" r="2490"/>
          <a:stretch>
            <a:fillRect/>
          </a:stretch>
        </p:blipFill>
        <p:spPr>
          <a:xfrm>
            <a:off x="7115175" y="2407920"/>
            <a:ext cx="5038725" cy="4224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0400" y="1662430"/>
            <a:ext cx="59093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>
                <a:solidFill>
                  <a:schemeClr val="bg1">
                    <a:lumMod val="85000"/>
                    <a:alpha val="28000"/>
                  </a:schemeClr>
                </a:solidFill>
              </a:rPr>
              <a:t>Matwings</a:t>
            </a:r>
            <a:endParaRPr lang="en-US" altLang="zh-CN" sz="8000" b="1">
              <a:solidFill>
                <a:schemeClr val="bg1">
                  <a:lumMod val="85000"/>
                  <a:alpha val="28000"/>
                </a:schemeClr>
              </a:solidFill>
            </a:endParaRPr>
          </a:p>
        </p:txBody>
      </p:sp>
      <p:sp>
        <p:nvSpPr>
          <p:cNvPr id="4" name="textbox 4"/>
          <p:cNvSpPr/>
          <p:nvPr/>
        </p:nvSpPr>
        <p:spPr>
          <a:xfrm>
            <a:off x="729615" y="2174240"/>
            <a:ext cx="7239000" cy="2686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>
              <a:latin typeface="HarmonyOS Sans SC" panose="00000500000000000000" charset="-122"/>
              <a:ea typeface="HarmonyOS Sans SC" panose="00000500000000000000" charset="-122"/>
              <a:cs typeface="HarmonyOS Sans SC" panose="00000500000000000000" charset="-122"/>
            </a:endParaRPr>
          </a:p>
          <a:p>
            <a:pPr marL="12700" indent="50165" algn="dist" rtl="0" eaLnBrk="0">
              <a:lnSpc>
                <a:spcPct val="100000"/>
              </a:lnSpc>
              <a:spcBef>
                <a:spcPts val="1730"/>
              </a:spcBef>
            </a:pPr>
            <a:endParaRPr lang="zh-CN" sz="4800" kern="0" spc="-180">
              <a:solidFill>
                <a:schemeClr val="tx1">
                  <a:lumMod val="75000"/>
                  <a:lumOff val="2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50165" algn="dist" rtl="0" eaLnBrk="0">
              <a:lnSpc>
                <a:spcPct val="100000"/>
              </a:lnSpc>
              <a:spcBef>
                <a:spcPts val="1730"/>
              </a:spcBef>
            </a:pPr>
            <a:endParaRPr lang="zh-CN" altLang="en-US" sz="3600" b="1" kern="0" spc="-180">
              <a:solidFill>
                <a:srgbClr val="1770D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th"/>
          <p:cNvSpPr/>
          <p:nvPr/>
        </p:nvSpPr>
        <p:spPr>
          <a:xfrm>
            <a:off x="760972" y="440132"/>
            <a:ext cx="649800" cy="489599"/>
          </a:xfrm>
          <a:custGeom>
            <a:avLst/>
            <a:gdLst/>
            <a:ahLst/>
            <a:cxnLst/>
            <a:rect l="0" t="0" r="0" b="0"/>
            <a:pathLst>
              <a:path w="1023" h="771">
                <a:moveTo>
                  <a:pt x="0" y="45"/>
                </a:moveTo>
                <a:cubicBezTo>
                  <a:pt x="0" y="20"/>
                  <a:pt x="20" y="0"/>
                  <a:pt x="45" y="0"/>
                </a:cubicBezTo>
                <a:cubicBezTo>
                  <a:pt x="70" y="0"/>
                  <a:pt x="90" y="20"/>
                  <a:pt x="90" y="45"/>
                </a:cubicBezTo>
                <a:cubicBezTo>
                  <a:pt x="90" y="70"/>
                  <a:pt x="70" y="90"/>
                  <a:pt x="45" y="90"/>
                </a:cubicBezTo>
                <a:cubicBezTo>
                  <a:pt x="20" y="90"/>
                  <a:pt x="0" y="70"/>
                  <a:pt x="0" y="45"/>
                </a:cubicBezTo>
              </a:path>
              <a:path w="1023" h="771">
                <a:moveTo>
                  <a:pt x="467" y="45"/>
                </a:moveTo>
                <a:cubicBezTo>
                  <a:pt x="467" y="20"/>
                  <a:pt x="487" y="0"/>
                  <a:pt x="512" y="0"/>
                </a:cubicBezTo>
                <a:cubicBezTo>
                  <a:pt x="537" y="0"/>
                  <a:pt x="558" y="20"/>
                  <a:pt x="558" y="45"/>
                </a:cubicBezTo>
                <a:cubicBezTo>
                  <a:pt x="558" y="70"/>
                  <a:pt x="537" y="90"/>
                  <a:pt x="512" y="90"/>
                </a:cubicBezTo>
                <a:cubicBezTo>
                  <a:pt x="487" y="90"/>
                  <a:pt x="467" y="70"/>
                  <a:pt x="467" y="45"/>
                </a:cubicBezTo>
              </a:path>
              <a:path w="1023" h="771">
                <a:moveTo>
                  <a:pt x="932" y="45"/>
                </a:moveTo>
                <a:cubicBezTo>
                  <a:pt x="932" y="20"/>
                  <a:pt x="952" y="0"/>
                  <a:pt x="977" y="0"/>
                </a:cubicBezTo>
                <a:cubicBezTo>
                  <a:pt x="1003" y="0"/>
                  <a:pt x="1023" y="20"/>
                  <a:pt x="1023" y="45"/>
                </a:cubicBezTo>
                <a:cubicBezTo>
                  <a:pt x="1023" y="70"/>
                  <a:pt x="1003" y="90"/>
                  <a:pt x="977" y="90"/>
                </a:cubicBezTo>
                <a:cubicBezTo>
                  <a:pt x="952" y="90"/>
                  <a:pt x="932" y="70"/>
                  <a:pt x="932" y="45"/>
                </a:cubicBezTo>
              </a:path>
              <a:path w="1023" h="771">
                <a:moveTo>
                  <a:pt x="0" y="385"/>
                </a:moveTo>
                <a:cubicBezTo>
                  <a:pt x="0" y="360"/>
                  <a:pt x="20" y="340"/>
                  <a:pt x="45" y="340"/>
                </a:cubicBezTo>
                <a:cubicBezTo>
                  <a:pt x="70" y="340"/>
                  <a:pt x="90" y="360"/>
                  <a:pt x="90" y="385"/>
                </a:cubicBezTo>
                <a:cubicBezTo>
                  <a:pt x="90" y="410"/>
                  <a:pt x="70" y="430"/>
                  <a:pt x="45" y="430"/>
                </a:cubicBezTo>
                <a:cubicBezTo>
                  <a:pt x="20" y="430"/>
                  <a:pt x="0" y="410"/>
                  <a:pt x="0" y="385"/>
                </a:cubicBezTo>
              </a:path>
              <a:path w="1023" h="771">
                <a:moveTo>
                  <a:pt x="467" y="385"/>
                </a:moveTo>
                <a:cubicBezTo>
                  <a:pt x="467" y="360"/>
                  <a:pt x="487" y="340"/>
                  <a:pt x="512" y="340"/>
                </a:cubicBezTo>
                <a:cubicBezTo>
                  <a:pt x="537" y="340"/>
                  <a:pt x="558" y="360"/>
                  <a:pt x="558" y="385"/>
                </a:cubicBezTo>
                <a:cubicBezTo>
                  <a:pt x="558" y="410"/>
                  <a:pt x="537" y="430"/>
                  <a:pt x="512" y="430"/>
                </a:cubicBezTo>
                <a:cubicBezTo>
                  <a:pt x="487" y="430"/>
                  <a:pt x="467" y="410"/>
                  <a:pt x="467" y="385"/>
                </a:cubicBezTo>
              </a:path>
              <a:path w="1023" h="771">
                <a:moveTo>
                  <a:pt x="932" y="385"/>
                </a:moveTo>
                <a:cubicBezTo>
                  <a:pt x="932" y="360"/>
                  <a:pt x="952" y="340"/>
                  <a:pt x="977" y="340"/>
                </a:cubicBezTo>
                <a:cubicBezTo>
                  <a:pt x="1003" y="340"/>
                  <a:pt x="1023" y="360"/>
                  <a:pt x="1023" y="385"/>
                </a:cubicBezTo>
                <a:cubicBezTo>
                  <a:pt x="1023" y="410"/>
                  <a:pt x="1003" y="430"/>
                  <a:pt x="977" y="430"/>
                </a:cubicBezTo>
                <a:cubicBezTo>
                  <a:pt x="952" y="430"/>
                  <a:pt x="932" y="410"/>
                  <a:pt x="932" y="385"/>
                </a:cubicBezTo>
              </a:path>
              <a:path w="1023" h="771">
                <a:moveTo>
                  <a:pt x="0" y="725"/>
                </a:moveTo>
                <a:cubicBezTo>
                  <a:pt x="0" y="700"/>
                  <a:pt x="20" y="680"/>
                  <a:pt x="45" y="680"/>
                </a:cubicBezTo>
                <a:cubicBezTo>
                  <a:pt x="70" y="680"/>
                  <a:pt x="90" y="700"/>
                  <a:pt x="90" y="725"/>
                </a:cubicBezTo>
                <a:cubicBezTo>
                  <a:pt x="90" y="750"/>
                  <a:pt x="70" y="771"/>
                  <a:pt x="45" y="771"/>
                </a:cubicBezTo>
                <a:cubicBezTo>
                  <a:pt x="20" y="771"/>
                  <a:pt x="0" y="750"/>
                  <a:pt x="0" y="725"/>
                </a:cubicBezTo>
              </a:path>
              <a:path w="1023" h="771">
                <a:moveTo>
                  <a:pt x="467" y="725"/>
                </a:moveTo>
                <a:cubicBezTo>
                  <a:pt x="467" y="700"/>
                  <a:pt x="487" y="680"/>
                  <a:pt x="512" y="680"/>
                </a:cubicBezTo>
                <a:cubicBezTo>
                  <a:pt x="537" y="680"/>
                  <a:pt x="558" y="700"/>
                  <a:pt x="558" y="725"/>
                </a:cubicBezTo>
                <a:cubicBezTo>
                  <a:pt x="558" y="750"/>
                  <a:pt x="537" y="771"/>
                  <a:pt x="512" y="771"/>
                </a:cubicBezTo>
                <a:cubicBezTo>
                  <a:pt x="487" y="771"/>
                  <a:pt x="467" y="750"/>
                  <a:pt x="467" y="725"/>
                </a:cubicBezTo>
              </a:path>
              <a:path w="1023" h="771">
                <a:moveTo>
                  <a:pt x="932" y="725"/>
                </a:moveTo>
                <a:cubicBezTo>
                  <a:pt x="932" y="700"/>
                  <a:pt x="952" y="680"/>
                  <a:pt x="977" y="680"/>
                </a:cubicBezTo>
                <a:cubicBezTo>
                  <a:pt x="1003" y="680"/>
                  <a:pt x="1023" y="700"/>
                  <a:pt x="1023" y="725"/>
                </a:cubicBezTo>
                <a:cubicBezTo>
                  <a:pt x="1023" y="750"/>
                  <a:pt x="1003" y="771"/>
                  <a:pt x="977" y="771"/>
                </a:cubicBezTo>
                <a:cubicBezTo>
                  <a:pt x="952" y="771"/>
                  <a:pt x="932" y="750"/>
                  <a:pt x="932" y="725"/>
                </a:cubicBezTo>
              </a:path>
            </a:pathLst>
          </a:custGeom>
          <a:solidFill>
            <a:srgbClr val="002FA7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29615" y="2312035"/>
            <a:ext cx="4691380" cy="1024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sz="6000" b="1" kern="0" spc="-260">
                <a:solidFill>
                  <a:srgbClr val="002F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项目启动会</a:t>
            </a:r>
            <a:endParaRPr lang="zh-CN" sz="6000" kern="0" spc="-260">
              <a:solidFill>
                <a:schemeClr val="tx1">
                  <a:lumMod val="75000"/>
                  <a:lumOff val="2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0730" y="3652520"/>
            <a:ext cx="61734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kern="0">
                <a:solidFill>
                  <a:srgbClr val="1770D2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工信部 2026 产业基础再造和制造业高质量发展专项</a:t>
            </a:r>
            <a:endParaRPr lang="zh-CN" altLang="en-US" sz="2800" kern="0">
              <a:solidFill>
                <a:srgbClr val="1770D2">
                  <a:alpha val="10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0"/>
            <a:ext cx="1631950" cy="1392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textbox 272"/>
          <p:cNvSpPr/>
          <p:nvPr/>
        </p:nvSpPr>
        <p:spPr>
          <a:xfrm>
            <a:off x="626110" y="320040"/>
            <a:ext cx="9304020" cy="597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>
              <a:lnSpc>
                <a:spcPct val="80000"/>
              </a:lnSpc>
            </a:pPr>
            <a:endParaRPr sz="100" strike="noStrike" noProof="1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rtl="0" eaLnBrk="0" fontAlgn="auto">
              <a:lnSpc>
                <a:spcPct val="98000"/>
              </a:lnSpc>
            </a:pPr>
            <a:r>
              <a:rPr lang="zh-CN" altLang="en-US" sz="2700" strike="noStrike" kern="0" spc="0" noProof="1">
                <a:solidFill>
                  <a:srgbClr val="002F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工信部</a:t>
            </a:r>
            <a:r>
              <a:rPr lang="en-US" altLang="zh-CN" sz="2700" strike="noStrike" kern="0" spc="0" noProof="1">
                <a:solidFill>
                  <a:srgbClr val="002F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700" strike="noStrike" kern="0" spc="0" noProof="1">
                <a:solidFill>
                  <a:srgbClr val="002F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产业基础再造和制造业高质量发展专项</a:t>
            </a:r>
            <a:endParaRPr lang="zh-CN" altLang="en-US" sz="2700" strike="noStrike" kern="0" spc="0" noProof="1">
              <a:solidFill>
                <a:srgbClr val="002FA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823" name="picture 2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938" y="420688"/>
            <a:ext cx="1349375" cy="6000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" name="表格 1"/>
          <p:cNvGraphicFramePr/>
          <p:nvPr/>
        </p:nvGraphicFramePr>
        <p:xfrm>
          <a:off x="260985" y="1136650"/>
          <a:ext cx="11610340" cy="555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330"/>
                <a:gridCol w="102400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/>
                        <a:t>专题名称</a:t>
                      </a:r>
                      <a:endParaRPr lang="zh-CN" altLang="en-US" sz="1400" b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213-人工智能赋能生物医药关键技术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095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/>
                        <a:t>攻关内容</a:t>
                      </a:r>
                      <a:endParaRPr lang="zh-CN" altLang="en-US" sz="1400" b="0"/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C00000"/>
                          </a:solidFill>
                        </a:rPr>
                        <a:t>（要全部攻关）</a:t>
                      </a:r>
                      <a:endParaRPr lang="zh-CN" altLang="en-US" sz="1400" b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eriod"/>
                        <a:tabLst>
                          <a:tab pos="198120" algn="l"/>
                        </a:tabLst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AI+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生物医药研发工具链：构建覆盖研发全流程的智能化工具链体系，解决数据类型复杂、工具异构等问题，支持生物序列、分子结构、实验表型等多源数据的统一管理与标准化调用，实现模型、算法计算工具与实验接口的模块化封装与自动化调度。通过构建可配置、可复用的科研工作流，降低对单一工具和人工经验的依赖，为研发智能化提供底座支撑。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eriod"/>
                        <a:tabLst>
                          <a:tab pos="198120" algn="l"/>
                        </a:tabLst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AI+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生物医药研发大模型：研发面向小分子、核酸药物、多肽等对象的领域大模型，推动其在靶点识别、分子生成、性质预测等任务中的泛化应用。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Times New Roman" panose="02020603050405020304"/>
                        <a:buAutoNum type="arabicPeriod"/>
                        <a:tabLst>
                          <a:tab pos="198120" algn="l"/>
                        </a:tabLst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AI+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生物医药研发智能体：构建面向抗体设计、酶工程优化、多肽筛选等任务的科研智能体，能够自主调用数据、模型和计算工具，完成假设生成、方案设计与结果评估，支撑复杂科研任务自动化执行，提升跨工具、跨模型协同能力。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AI+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生物医药研发场景应用：聚焦小分子、难成药靶点发现、先导分子设计等典型场景，形成“模型预测一实验验证一结果反馈”的闭环应用模式，推动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能力工程化、产业化落地，加速成果转化。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/>
                        <a:t>指标</a:t>
                      </a:r>
                      <a:endParaRPr lang="zh-CN" altLang="en-US" sz="1400" b="0"/>
                    </a:p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C00000"/>
                          </a:solidFill>
                        </a:rPr>
                        <a:t>（要全部达到）</a:t>
                      </a:r>
                      <a:endParaRPr lang="zh-CN" altLang="en-US" sz="1400" b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技术指标：</a:t>
                      </a:r>
                      <a:endParaRPr lang="zh-CN" altLang="en-US" sz="1400" b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AI+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生物医药研发工具链：建成覆盖研发全流程的智能化工具链，支持不少于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类生物医药数据的统一管理与标准化调用；预置或适配不少于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5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个相关模型或算法组件，实现模型、计算工具与实验接口的模块化封装与自动化调度；集成或对接不少于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10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个计算或仿真工具。支持多工具协同的科研工作流编排与执行；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AI+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生物医药研发大模型：构建不少于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类典型研发对象（如小分子、核酸、多肽）的领城数据集：研发不少于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个领域大模型或核心能力模块；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AI+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生物医药研发智能体：研发不少于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个面向靶点发现、分子设计或生物分子优化等任务的科研智能体、支持跨数据、模型与工具的自主调用。实现多步骤科研任务自动化执行，在典型场景中人工干预减少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50%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以上；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AI+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生物医药研发场景应用：支撑不少于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类典型应用场景，包括新药研发、生物制品优化及生物制造工艺改进。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indent="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工程化</a:t>
                      </a:r>
                      <a:r>
                        <a:rPr lang="en-US" altLang="zh-CN" sz="1400" b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/</a:t>
                      </a:r>
                      <a:r>
                        <a:rPr lang="zh-CN" altLang="en-US" sz="1400" b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产业化指标：</a:t>
                      </a:r>
                      <a:endParaRPr lang="zh-CN" altLang="en-US" sz="1400" b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支撑不少于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5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家生物医药或生物制造企业开展应用；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实现研发效率提升不低于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40%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；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 defTabSz="266700">
                        <a:spcBef>
                          <a:spcPct val="0"/>
                        </a:spcBef>
                        <a:spcAft>
                          <a:spcPct val="0"/>
                        </a:spcAft>
                        <a:buAutoNum type="arabicPeriod"/>
                      </a:pP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牵头或参与制定不少于</a:t>
                      </a:r>
                      <a:r>
                        <a:rPr lang="en-US" altLang="zh-C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r>
                        <a:rPr lang="zh-CN" alt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项相关国家标准。</a:t>
                      </a:r>
                      <a:endParaRPr lang="zh-CN" alt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26745" y="1477010"/>
          <a:ext cx="10730230" cy="459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3190"/>
                <a:gridCol w="1612265"/>
                <a:gridCol w="1614170"/>
                <a:gridCol w="1614170"/>
                <a:gridCol w="1612900"/>
                <a:gridCol w="1613535"/>
              </a:tblGrid>
              <a:tr h="381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endParaRPr lang="zh-CN" altLang="en-US" sz="1600"/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/>
                        <a:t>5</a:t>
                      </a:r>
                      <a:r>
                        <a:rPr lang="zh-CN" altLang="en-US" sz="1600"/>
                        <a:t>月</a:t>
                      </a:r>
                      <a:r>
                        <a:rPr lang="en-US" altLang="zh-CN" sz="1600"/>
                        <a:t>26</a:t>
                      </a:r>
                      <a:r>
                        <a:rPr lang="zh-CN" altLang="en-US" sz="1600"/>
                        <a:t>日</a:t>
                      </a: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/>
                        <a:t>6</a:t>
                      </a:r>
                      <a:r>
                        <a:rPr lang="zh-CN" altLang="en-US" sz="1600"/>
                        <a:t>月</a:t>
                      </a:r>
                      <a:r>
                        <a:rPr lang="en-US" altLang="zh-CN" sz="1600"/>
                        <a:t>8</a:t>
                      </a:r>
                      <a:r>
                        <a:rPr lang="zh-CN" altLang="en-US" sz="1600"/>
                        <a:t>日</a:t>
                      </a: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/>
                        <a:t>6</a:t>
                      </a:r>
                      <a:r>
                        <a:rPr lang="zh-CN" altLang="en-US" sz="1600"/>
                        <a:t>月</a:t>
                      </a:r>
                      <a:r>
                        <a:rPr lang="en-US" altLang="zh-CN" sz="1600"/>
                        <a:t>14</a:t>
                      </a:r>
                      <a:r>
                        <a:rPr lang="zh-CN" altLang="en-US" sz="1600"/>
                        <a:t>日</a:t>
                      </a: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/>
                        <a:t>6</a:t>
                      </a:r>
                      <a:r>
                        <a:rPr lang="zh-CN" altLang="en-US" sz="1600"/>
                        <a:t>月中下旬</a:t>
                      </a: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/>
                        <a:t>7</a:t>
                      </a:r>
                      <a:r>
                        <a:rPr lang="zh-CN" altLang="en-US" sz="1600"/>
                        <a:t>月初</a:t>
                      </a: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828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/>
                        <a:t>附件</a:t>
                      </a:r>
                      <a:r>
                        <a:rPr lang="en-US" altLang="zh-CN" sz="1600"/>
                        <a:t>2</a:t>
                      </a:r>
                      <a:r>
                        <a:rPr lang="zh-CN" altLang="en-US" sz="1600"/>
                        <a:t>：受邀投标人报名表</a:t>
                      </a:r>
                      <a:endParaRPr lang="zh-CN" altLang="en-US" sz="1600"/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endParaRPr lang="zh-CN" altLang="en-US" sz="16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828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/>
                        <a:t>附件</a:t>
                      </a:r>
                      <a:r>
                        <a:rPr lang="en-US" altLang="zh-CN" sz="1600"/>
                        <a:t>3</a:t>
                      </a:r>
                      <a:r>
                        <a:rPr lang="zh-CN" altLang="en-US" sz="1600"/>
                        <a:t>：项目推荐汇总表</a:t>
                      </a:r>
                      <a:endParaRPr lang="zh-CN" altLang="en-US" sz="1600"/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</a:tcPr>
                </a:tc>
              </a:tr>
              <a:tr h="828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/>
                        <a:t>附件</a:t>
                      </a:r>
                      <a:r>
                        <a:rPr lang="en-US" altLang="zh-CN" sz="1600"/>
                        <a:t>4</a:t>
                      </a:r>
                      <a:r>
                        <a:rPr lang="zh-CN" altLang="en-US" sz="1600"/>
                        <a:t>：项目基本情况表、申报内容先准备</a:t>
                      </a:r>
                      <a:endParaRPr lang="zh-CN" altLang="en-US" sz="1600"/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</a:tcPr>
                </a:tc>
              </a:tr>
              <a:tr h="828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</a:rPr>
                        <a:t>正式申报期：</a:t>
                      </a:r>
                      <a:r>
                        <a:rPr lang="zh-CN" altLang="en-US" sz="1600"/>
                        <a:t>收到邀标通知、准备邀标材料</a:t>
                      </a:r>
                      <a:endParaRPr lang="zh-CN" altLang="en-US" sz="1600"/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</a:tcPr>
                </a:tc>
              </a:tr>
              <a:tr h="828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</a:rPr>
                        <a:t>正式评审：</a:t>
                      </a:r>
                      <a:r>
                        <a:rPr lang="zh-CN" altLang="en-US" sz="1600"/>
                        <a:t>投标</a:t>
                      </a:r>
                      <a:endParaRPr lang="zh-CN" altLang="en-US" sz="1600"/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2" name="textbox 272"/>
          <p:cNvSpPr/>
          <p:nvPr/>
        </p:nvSpPr>
        <p:spPr>
          <a:xfrm>
            <a:off x="626110" y="320040"/>
            <a:ext cx="9304020" cy="597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>
              <a:lnSpc>
                <a:spcPct val="80000"/>
              </a:lnSpc>
            </a:pPr>
            <a:endParaRPr sz="100" strike="noStrike" noProof="1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rtl="0" eaLnBrk="0" fontAlgn="auto">
              <a:lnSpc>
                <a:spcPct val="98000"/>
              </a:lnSpc>
            </a:pPr>
            <a:r>
              <a:rPr lang="zh-CN" altLang="en-US" sz="2700" strike="noStrike" kern="0" spc="0" noProof="1">
                <a:solidFill>
                  <a:srgbClr val="002F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时间节点</a:t>
            </a:r>
            <a:r>
              <a:rPr lang="zh-CN" altLang="en-US" sz="2700" strike="noStrike" kern="0" spc="0" noProof="1">
                <a:solidFill>
                  <a:srgbClr val="002F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安排</a:t>
            </a:r>
            <a:endParaRPr lang="zh-CN" altLang="en-US" sz="2700" strike="noStrike" kern="0" spc="0" noProof="1">
              <a:solidFill>
                <a:srgbClr val="002FA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2950" y="2252980"/>
            <a:ext cx="3241675" cy="29400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282950" y="3014980"/>
            <a:ext cx="4864735" cy="29400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501130" y="3877310"/>
            <a:ext cx="3244850" cy="29400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122920" y="4739005"/>
            <a:ext cx="1623695" cy="29400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745980" y="5477510"/>
            <a:ext cx="1610360" cy="29400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501130" y="2826385"/>
            <a:ext cx="1646555" cy="160274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684645" y="2427605"/>
            <a:ext cx="1240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rgbClr val="C00000"/>
                </a:solidFill>
              </a:rPr>
              <a:t>当前节点</a:t>
            </a:r>
            <a:endParaRPr lang="zh-CN" altLang="en-US" sz="20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" y="102870"/>
            <a:ext cx="12019915" cy="6651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515620" y="1708785"/>
          <a:ext cx="11294110" cy="4434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133090"/>
                <a:gridCol w="3770630"/>
                <a:gridCol w="4256280"/>
              </a:tblGrid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 b="0">
                          <a:latin typeface="+mn-ea"/>
                        </a:rPr>
                        <a:t>内容框架</a:t>
                      </a:r>
                      <a:endParaRPr lang="zh-CN" altLang="en-US" sz="1600" b="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 b="0">
                          <a:latin typeface="+mn-ea"/>
                        </a:rPr>
                        <a:t>具体内容</a:t>
                      </a:r>
                      <a:endParaRPr lang="zh-CN" altLang="en-US" sz="1600" b="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 b="0">
                          <a:latin typeface="+mn-ea"/>
                        </a:rPr>
                        <a:t>拟分工</a:t>
                      </a:r>
                      <a:endParaRPr lang="zh-CN" altLang="en-US" sz="1600" b="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项目背景与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+mn-ea"/>
                        </a:rPr>
                        <a:t>必要性</a:t>
                      </a:r>
                      <a:endParaRPr lang="zh-CN" altLang="en-US" sz="1600">
                        <a:highlight>
                          <a:srgbClr val="FFFF00"/>
                        </a:highlight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产业链短板、进口替代、战略急需等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李明辰、生鹜、政府事务部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攻关内容与任务分解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与指南条目一一对应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政府事务部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技术路线与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+mn-ea"/>
                        </a:rPr>
                        <a:t>创新点</a:t>
                      </a:r>
                      <a:endParaRPr lang="zh-CN" altLang="en-US" sz="1600">
                        <a:highlight>
                          <a:srgbClr val="FFFF00"/>
                        </a:highlight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现状对比、关键指标、验证方式等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李明辰、生鹜、政府事务部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+mn-ea"/>
                        </a:rPr>
                        <a:t>实施方案</a:t>
                      </a:r>
                      <a:endParaRPr lang="zh-CN" altLang="en-US" sz="1600">
                        <a:highlight>
                          <a:srgbClr val="FFFF00"/>
                        </a:highlight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建设内容、进度、里程碑、建设目标、考核指标、价值与</a:t>
                      </a:r>
                      <a:r>
                        <a:rPr lang="zh-CN" altLang="en-US" sz="1600">
                          <a:latin typeface="+mn-ea"/>
                        </a:rPr>
                        <a:t>应用等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  <a:cs typeface="+mn-ea"/>
                        </a:rPr>
                        <a:t>李明辰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（建设内容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1-3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的框架，尤其是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2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+mn-ea"/>
                        <a:cs typeface="+mn-ea"/>
                      </a:endParaRPr>
                    </a:p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  <a:cs typeface="+mn-ea"/>
                        </a:rPr>
                        <a:t>生鹜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（建设内容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4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）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+mn-ea"/>
                        <a:cs typeface="+mn-ea"/>
                      </a:endParaRPr>
                    </a:p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  <a:cs typeface="+mn-ea"/>
                        </a:rPr>
                        <a:t>政府事务部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（建设内容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1-3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的具体文本）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+mn-ea"/>
                        <a:cs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承担单位与联合体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团队、分工、基础条件、设备与平台</a:t>
                      </a:r>
                      <a:r>
                        <a:rPr lang="zh-CN" altLang="en-US" sz="1600">
                          <a:latin typeface="+mn-ea"/>
                          <a:sym typeface="+mn-ea"/>
                        </a:rPr>
                        <a:t>等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政府事务部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</a:rPr>
                        <a:t>（涉及联合体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</a:rPr>
                        <a:t>盖章、人员信息，需生鹜配合对接）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  <a:cs typeface="+mn-ea"/>
                        </a:rPr>
                        <a:t>产业化</a:t>
                      </a:r>
                      <a:r>
                        <a:rPr lang="en-US" altLang="zh-CN" sz="1600">
                          <a:latin typeface="+mn-ea"/>
                          <a:cs typeface="+mn-ea"/>
                        </a:rPr>
                        <a:t>/</a:t>
                      </a:r>
                      <a:r>
                        <a:rPr lang="zh-CN" altLang="en-US" sz="1600">
                          <a:latin typeface="+mn-ea"/>
                          <a:cs typeface="+mn-ea"/>
                        </a:rPr>
                        <a:t>应用推广与风险对策</a:t>
                      </a:r>
                      <a:endParaRPr lang="zh-CN" altLang="en-US" sz="1600">
                        <a:latin typeface="+mn-ea"/>
                        <a:cs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政府事务部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+mn-ea"/>
                        </a:rPr>
                        <a:t>经费预算明细</a:t>
                      </a:r>
                      <a:endParaRPr lang="zh-CN" altLang="en-US" sz="1600">
                        <a:highlight>
                          <a:srgbClr val="FFFF00"/>
                        </a:highlight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</a:rPr>
                        <a:t>设备、材料、测试、劳务、间接费等，符合财政规定科目</a:t>
                      </a:r>
                      <a:endParaRPr lang="zh-CN" altLang="en-US" sz="1600">
                        <a:latin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600">
                          <a:latin typeface="+mn-ea"/>
                          <a:cs typeface="+mn-ea"/>
                        </a:rPr>
                        <a:t>李明辰、生鹜、政府事务部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（有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3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年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4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+mn-ea"/>
                          <a:cs typeface="+mn-ea"/>
                        </a:rPr>
                        <a:t>亿预算内容基础，可拆解使用）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+mn-ea"/>
                        <a:cs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textbox 272"/>
          <p:cNvSpPr/>
          <p:nvPr/>
        </p:nvSpPr>
        <p:spPr>
          <a:xfrm>
            <a:off x="626110" y="320040"/>
            <a:ext cx="9304020" cy="597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>
              <a:lnSpc>
                <a:spcPct val="80000"/>
              </a:lnSpc>
            </a:pPr>
            <a:endParaRPr sz="100" strike="noStrike" noProof="1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rtl="0" eaLnBrk="0" fontAlgn="auto">
              <a:lnSpc>
                <a:spcPct val="98000"/>
              </a:lnSpc>
            </a:pPr>
            <a:r>
              <a:rPr lang="zh-CN" altLang="en-US" sz="2700" strike="noStrike" kern="0" spc="0" noProof="1">
                <a:solidFill>
                  <a:srgbClr val="002FA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分工安排</a:t>
            </a:r>
            <a:endParaRPr lang="zh-CN" altLang="en-US" sz="2700" strike="noStrike" kern="0" spc="0" noProof="1">
              <a:solidFill>
                <a:srgbClr val="002FA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5620" y="1083310"/>
            <a:ext cx="981329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>
                <a:latin typeface="+mn-ea"/>
                <a:cs typeface="+mn-ea"/>
                <a:sym typeface="+mn-ea"/>
              </a:rPr>
              <a:t>标书要充分体现“技术突破”和“产业化路径”，让评审专家清晰了解项目的价值和发展前景。</a:t>
            </a:r>
            <a:endParaRPr lang="zh-CN" altLang="en-US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PICID" val="{8a84be48-fc56-48c5-93a2-415dede36532}"/>
</p:tagLst>
</file>

<file path=ppt/tags/tag13.xml><?xml version="1.0" encoding="utf-8"?>
<p:tagLst xmlns:p="http://schemas.openxmlformats.org/presentationml/2006/main">
  <p:tag name="TABLE_ENDDRAG_ORIGIN_RECT" val="828*302"/>
  <p:tag name="TABLE_ENDDRAG_RECT" val="49*133*828*302"/>
</p:tagLst>
</file>

<file path=ppt/tags/tag14.xml><?xml version="1.0" encoding="utf-8"?>
<p:tagLst xmlns:p="http://schemas.openxmlformats.org/presentationml/2006/main">
  <p:tag name="COMMONDATA" val="eyJoZGlkIjoiZmRkYzAzNmE4ZWFkZmQ3MjZjZDY2MTViZmU4NmIyNjcifQ=="/>
  <p:tag name="RESOURCE_RECORD_KEY" val="{&quot;13&quot;:[4722044,4364957]}"/>
  <p:tag name="KSO_WPP_MARK_KEY" val="70f5e209-2297-4f4f-b8b4-ca91368ad65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1417</Words>
  <Application>WPS 演示</Application>
  <PresentationFormat>宽屏</PresentationFormat>
  <Paragraphs>114</Paragraphs>
  <Slides>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宋体</vt:lpstr>
      <vt:lpstr>Wingdings</vt:lpstr>
      <vt:lpstr>Arial</vt:lpstr>
      <vt:lpstr>HarmonyOS Sans SC</vt:lpstr>
      <vt:lpstr>微软雅黑</vt:lpstr>
      <vt:lpstr>Times New Roman</vt:lpstr>
      <vt:lpstr>Times New Roman</vt:lpstr>
      <vt:lpstr>等线</vt:lpstr>
      <vt:lpstr>Verdana</vt:lpstr>
      <vt:lpstr>KSOFAEA635EB</vt:lpstr>
      <vt:lpstr>Segoe Print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WPS_1618378173</cp:lastModifiedBy>
  <cp:revision>595</cp:revision>
  <dcterms:created xsi:type="dcterms:W3CDTF">2026-06-08T08:41:00Z</dcterms:created>
  <dcterms:modified xsi:type="dcterms:W3CDTF">2026-06-08T09:13:28Z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830FC39D542FDBD04780266A32F08DBF_43</vt:lpwstr>
  </property>
  <property fmtid="{D5CDD505-2E9C-101B-9397-08002B2CF9AE}" pid="3" name="KSOProductBuildVer">
    <vt:lpwstr>2052-12.1.0.26375</vt:lpwstr>
  </property>
  <property fmtid="{D5CDD505-2E9C-101B-9397-08002B2CF9AE}" pid="4" name="_IPGFID">
    <vt:lpwstr>[DocID]=F2B474D2-1AD2-40A4-B9AB-F891B625DD7C</vt:lpwstr>
  </property>
  <property fmtid="{D5CDD505-2E9C-101B-9397-08002B2CF9AE}" pid="5" name="_IPGFLOW_P-CB6C_E-1_FP-1_SP-1_CV-B81DF5A6_CN-4FF91DC8">
    <vt:lpwstr>nIayin5t3dP245YBx/MLEP7w22B2gHX7WKrjJ7TyjhFALaoHcNrjJSMKt3OkdAxCmOwHmfMQO2eEkzMlfazTZdgAIReNQ0glDsnF2kIxhmBjbeUhcIJTz8dxl6C1i94+2/sArfS1y594hmWQTByMKga7NMTGfhnTOqFb9XDGRCJ+bUDEpXvYk3JkyMg7LFWspLhAyQJ+DakOTTGDiLZrYxKga0QIQ/ZeyP4uiSAyVF3woaoIuMbpNRjzzSGN1AO</vt:lpwstr>
  </property>
  <property fmtid="{D5CDD505-2E9C-101B-9397-08002B2CF9AE}" pid="6" name="_IPGFLOW_P-CB6C_E-1_FP-1_SP-2_CV-C874773C_CN-FC73FF1A">
    <vt:lpwstr>1VRRmAn3OLvVUbEKEg3FRYecuxVY16fOAE1mX/RMbvzXUdZZ0+j1nQJtcyRxSA27IvDQMJAQdJpaxAhE5OjsjKkDL3sZpf9+fppjBtT2UiAxbycY2rd+vBw26nejrmSYI</vt:lpwstr>
  </property>
  <property fmtid="{D5CDD505-2E9C-101B-9397-08002B2CF9AE}" pid="7" name="_IPGFLOW_P-CB6C_E-0_FP-1_CV-1748F583_CN-F8CAE00">
    <vt:lpwstr>DPSPMK|3|384|2|0</vt:lpwstr>
  </property>
  <property fmtid="{D5CDD505-2E9C-101B-9397-08002B2CF9AE}" pid="8" name="_IPGFLOW_P-CB6C_E-1_FP-2_SP-1_CV-E0CEFCD7_CN-BDD3D29F">
    <vt:lpwstr>84AbR79qpL6X4679zKOCcvSEDCKI2OR/zTrn5dZm+JUHzzI+wEpu/yiY29jUvTdkHK6wI195JAaX0ekoRpm6JKSQSB9lWImh6Mo9OYaq4gPbwa6APrnQgxSXxFCpuw0xST6OyPKk8MvOsLIaPI9oHohpZXZ+uJrT4BYoYKvLDgKLbFo0sDCr/oxGsp3ycIvYGh8PnjtoCT4gZUl42TMjgei929gcbtR2fyVIgSx6VV1lVxIV9KLftpxquU5JnAR</vt:lpwstr>
  </property>
  <property fmtid="{D5CDD505-2E9C-101B-9397-08002B2CF9AE}" pid="9" name="_IPGFLOW_P-CB6C_E-1_FP-2_SP-2_CV-C48AEE89_CN-D45600A6">
    <vt:lpwstr>2UHvMzajH87QJVyJJEZgXBGG54kP+rQDw6SS+dOKidLjURW6S43JbWaUfuOEZCxWVlLAq/qWxYF4XV+IjybmVr+hZC3HXA8WuYo6mDC2PeLSbE0cOmWHgz5axxBdRHGz/VZB3tdebsVFnhaNnErJ59NHDFMFFvc/NBTophDQ1tIhzMtMI0ehqG5uQS+DN6qSO2TGluBKrnd5Ajwu+EJ5aZ+ZNMD0Yk98TrqUL+dLsgC8=</vt:lpwstr>
  </property>
  <property fmtid="{D5CDD505-2E9C-101B-9397-08002B2CF9AE}" pid="10" name="_IPGFLOW_P-CB6C_E-0_FP-2_CV-96F3ED08_CN-EE63B11D">
    <vt:lpwstr>DPSPMK|3|492|2|0</vt:lpwstr>
  </property>
  <property fmtid="{D5CDD505-2E9C-101B-9397-08002B2CF9AE}" pid="11" name="_IPGFLOW_P-CB6C_E-1_FP-3_SP-1_CV-DBED623_CN-9D39C961">
    <vt:lpwstr>84AbR79qpL6X4679zKOCcrYTLim5X6Zc1V/2xgjSKwn04SvhpbUbjwFNFyAh65q1V6Lvn0mBXl3qtkkfNhVoGO7RPtYYphHO/THZClHhoofhKUXOyUZ52PZNXbYcdvgs885ogc2kCgPlNHVMKIED3NsInyBPCfJFc45mbYVZ+eJx/BocNFurX7pBn4lTGeiS7qU7WM+3C0ncyzqeHDKNLSGBNc6bd5KgRQ5a/kV4MR0tMiRdCfZxQQLJY7SX62Y</vt:lpwstr>
  </property>
  <property fmtid="{D5CDD505-2E9C-101B-9397-08002B2CF9AE}" pid="12" name="_IPGFLOW_P-CB6C_E-1_FP-3_SP-2_CV-EFAF824E_CN-257C8A54">
    <vt:lpwstr>IasWrlW0mPlSH6ONDw1kMV2ccO0fcPgneuG/UJqCoYHWQB1X/xMpwsHgkX0Y7ErWfavPpcU880y7ipD6Pjlo+LA6dWZzZGJlRKW877Xlr0sBmhn7QacWAF9OWs7T70SUV</vt:lpwstr>
  </property>
  <property fmtid="{D5CDD505-2E9C-101B-9397-08002B2CF9AE}" pid="13" name="_IPGFLOW_P-CB6C_E-0_FP-3_CV-1748F583_CN-6FD01B4B">
    <vt:lpwstr>DPSPMK|3|384|2|0</vt:lpwstr>
  </property>
  <property fmtid="{D5CDD505-2E9C-101B-9397-08002B2CF9AE}" pid="14" name="_IPGFLOW_P-CB6C_E-1_FP-4_SP-1_CV-ADE2A1D0_CN-E6AF5A3E">
    <vt:lpwstr>g/1E/bMZDh3dLvm2FneG5KDp6p3WlYXe7BhUpF7iYeROmyVIrzE0+RrKK9ZfrGqRQfegRqoXXXTlAyw7NVIzq+N8+K7grkZNDCFBM410r6n8LaehVNj8KcF8tx+ihtL89g61CWUDmsIF6VZ16YuD9HTpGmIJmCNCNKyTnsPjQtrgNQ8heuhByIB+WgGzXDCcIiqXsI3gyvtRnPIr8xrOqGyR4YzLSyOw4VS9uZrzNtBO7PkMfiWM4W0HXYWhx/j</vt:lpwstr>
  </property>
  <property fmtid="{D5CDD505-2E9C-101B-9397-08002B2CF9AE}" pid="15" name="_IPGFLOW_P-CB6C_E-1_FP-4_SP-2_CV-9A7D64C_CN-4453C18A">
    <vt:lpwstr>FbeQSXkY5OxXa3cODrBII/M4xgpLzdiE+ZzvbHkIXUXcu1nY/N5oGKwyxB+2YdB27ETU5M24ccTz5qtrB7O7d67xapfhnWW38ASLmkE8Q5kbWq2oRl6Wvhmt/EBWRFaYT</vt:lpwstr>
  </property>
  <property fmtid="{D5CDD505-2E9C-101B-9397-08002B2CF9AE}" pid="16" name="_IPGFLOW_P-CB6C_E-0_FP-4_CV-1748F583_CN-12A31D13">
    <vt:lpwstr>DPSPMK|3|384|2|0</vt:lpwstr>
  </property>
  <property fmtid="{D5CDD505-2E9C-101B-9397-08002B2CF9AE}" pid="17" name="_IPGFLOW_P-CB6C_E-1_FP-5_SP-1_CV-8A149717_CN-91031F65">
    <vt:lpwstr>XKO1IcekWwqQ9IadvZYGgzSvJZx7elmvX39YL32zFRtytBlNrMlIPJubXXUVmY7laHxd0nVYLlvWOy3LxNVM5UuCGi39XlShN4kYd5VxveFO+nhYHeY0221ms0BeNZYDJuvNAHD3E3HR/j9odM+TLI+a7xTkVjezHZWN8JtBXJckwNunynUt0o00zfIHvKPxzXRzrfWN+U1e9rKDFKZQd2mV1+X5KKO6pfwS0vy4V3MPaJXA33DMlxC8Yqup+GR</vt:lpwstr>
  </property>
  <property fmtid="{D5CDD505-2E9C-101B-9397-08002B2CF9AE}" pid="18" name="_IPGFLOW_P-CB6C_E-1_FP-5_SP-2_CV-ADFDA6C0_CN-E3F6792">
    <vt:lpwstr>V0NAG0cdRGS3HMdpZ9TF2cquxg1fM2/923h8WTHXCAf1kRwv2b0TCjCYqKvEpskKhtla0pphe6kfYws+2QhX3iwlwRrP+WSMdlPSZ6mTkQBENP+7bZw/YrJzAzoJgP6lt</vt:lpwstr>
  </property>
  <property fmtid="{D5CDD505-2E9C-101B-9397-08002B2CF9AE}" pid="19" name="_IPGFLOW_P-CB6C_E-0_FP-5_CV-1748F583_CN-CF35C496">
    <vt:lpwstr>DPSPMK|3|384|2|0</vt:lpwstr>
  </property>
  <property fmtid="{D5CDD505-2E9C-101B-9397-08002B2CF9AE}" pid="20" name="_IPGFLOW_P-CB6C_E-1_FP-6_SP-1_CV-3AFC30EE_CN-E49085F4">
    <vt:lpwstr>6PA4TeS/ZgkVU/dJcLtmd1V6zglsD/32C/4Udiuvx2o5PdCWR8Zb5w8TYIWThJssOFaSIdgKvwUdb6l28+6KLe/dS2DNyKwUbEjQd6AjlKmXbFWX68agAUVjtefuBlyJDZRQx2ynUvqGJD6CC3Yj9Om98V2xCCI3TR1mfxpCmZEhzrq8gIhCpQ+CegsfMrbN383r+NqOds54OmGgsjCh+ZPHJRBkJsu2JMX7AOATtBXYN0ATP1H5wpmOxml0uXq</vt:lpwstr>
  </property>
  <property fmtid="{D5CDD505-2E9C-101B-9397-08002B2CF9AE}" pid="21" name="_IPGFLOW_P-CB6C_E-1_FP-6_SP-2_CV-5D935ACE_CN-E8A96AFC">
    <vt:lpwstr>LawvQlIFuE7Cx92syvPR5SUaRf4AJ7EJZGCZi2Tpw+LlvAJC2IoLjhlbbVCQNWdVlkWNrOhFky0m82o4EjZUxN940ZKyeLcYDzqJED0S5uNWDf1XdLxsZz6Sc0UZjno13</vt:lpwstr>
  </property>
  <property fmtid="{D5CDD505-2E9C-101B-9397-08002B2CF9AE}" pid="22" name="_IPGFLOW_P-CB6C_E-0_FP-6_CV-1748F583_CN-72FFA858">
    <vt:lpwstr>DPSPMK|3|384|2|0</vt:lpwstr>
  </property>
  <property fmtid="{D5CDD505-2E9C-101B-9397-08002B2CF9AE}" pid="23" name="_IPGFLOW_P-CB6C_E-1_FP-7_SP-1_CV-FF0104A7_CN-BB671D3A">
    <vt:lpwstr>6PA4TeS/ZgkVU/dJcLtmd4C58MpnVXUXsgkdpc+cvEd4BZ+1xN1PckH6rYGN1WtMsbrG3z+IfNbNRmeogUpSsC50P0SJd0Ud+Sm0s/gjgvNfu+xxTO3wdrMG0oGtNOOJY4QIEK2euMeJmtxI8Urp5kk1D+YbOUs+BEU7qeJEAMvUzSU5rfv3ymqDFQgh+IsSYPFLVGvWic5PAiH7b5uq4QF18xB7o2uHiAYO35p6L0PjRFrJWse6Op5mlCxEkPe</vt:lpwstr>
  </property>
  <property fmtid="{D5CDD505-2E9C-101B-9397-08002B2CF9AE}" pid="24" name="_IPGFLOW_P-CB6C_E-1_FP-7_SP-2_CV-B564D567_CN-C43F6B18">
    <vt:lpwstr>UqqbTLOulwvvdOIhq6Kt3jfYTofsFbPeHDU+VMMoRdsM4Cp1AaKE31KCAnGUhJZEzjiDjUOFeD8+kCvbj8Tws95e0yMloSl0AFhyuVvhKBxeR0UJoR3AgyXgk8GYhIdDC</vt:lpwstr>
  </property>
  <property fmtid="{D5CDD505-2E9C-101B-9397-08002B2CF9AE}" pid="25" name="_IPGFLOW_P-CB6C_E-0_FP-7_CV-1748F583_CN-AF6971DD">
    <vt:lpwstr>DPSPMK|3|384|2|0</vt:lpwstr>
  </property>
  <property fmtid="{D5CDD505-2E9C-101B-9397-08002B2CF9AE}" pid="26" name="_IPGFLOW_P-CB6C_E-1_FP-8_SP-1_CV-B437EE7A_CN-72A0A914">
    <vt:lpwstr>6PA4TeS/ZgkVU/dJcLtmd7n7qHQ9VFzkvY8IAEXQfInfCW1kHduwf1dnPTFPwnEg0KtvzJyQw+dpEJhuZtu3oGiIki9Fjc2/C4cbh+hngt37qEXJpxBkwMTh0WyocNZ4GOItcVWwPN+sjPRLV4vhuls3C1hlbPIrNzkbkt3cWSx166N2Wzu27rAD9u+0Er8nHjSw87IHHpCNHIM1qn/8G6lsjIUeZPzvAg1wEaf2SIVWQA4p1bVJd0lT/fhVa82</vt:lpwstr>
  </property>
  <property fmtid="{D5CDD505-2E9C-101B-9397-08002B2CF9AE}" pid="27" name="_IPGFLOW_P-CB6C_E-1_FP-8_SP-2_CV-4FAA77C1_CN-63CF3C8D">
    <vt:lpwstr>8E2vPsMIeeWt1bhMXLf3RpiiAZt6qJsAZPDKaihc40Aw9mNrPv+QxLIdqbHixd5I1jniVb/NgxzebXDY1vFVYmFYiWZj2gxDau4Pn3rCeNMyBfvsix5d39XtYPqnRGX4o</vt:lpwstr>
  </property>
  <property fmtid="{D5CDD505-2E9C-101B-9397-08002B2CF9AE}" pid="28" name="_IPGFLOW_P-CB6C_E-0_FP-8_CV-1748F583_CN-8819A4E8">
    <vt:lpwstr>DPSPMK|3|384|2|0</vt:lpwstr>
  </property>
  <property fmtid="{D5CDD505-2E9C-101B-9397-08002B2CF9AE}" pid="29" name="_IPGFLOW_P-CB6C_E-1_FP-9_SP-1_CV-286BA4B4_CN-3F8B872D">
    <vt:lpwstr>rKq9eAv7+FaS/XqbxoTLt3WTtpV5JA9URFlv1rFwv4AxlnBgr2O0X6bboRDDbjqe/rn1tkmUE4hC5fsE+QY1XeN3ecgjy6VXhEDZMjDl5N+W1JMB5gwXY3EIT38L2+BuqekPkKCgNm3i2tphUVa+AY7Siu6CPc9y4ziAOBhS2k/iNnU40yosdxFbXTg2WfB5E2skHhW12yxvdHRbXBfwKwT6yK85KvN8x++Nn1+EX3PFUOoVntrGWYErNJrGz3L</vt:lpwstr>
  </property>
  <property fmtid="{D5CDD505-2E9C-101B-9397-08002B2CF9AE}" pid="30" name="_IPGFLOW_P-CB6C_E-1_FP-9_SP-2_CV-E7335A4F_CN-37EA085F">
    <vt:lpwstr>mJxHBUyyFQfNTrt4mqMFP9x6fp2HBscE1uq5pdGX6YYnubEr9KpIqTpi10TJ5AQm3ZutFcvy29LfT4qObKhc/Mcpe91eObRPiGib4nJS9FlefOXkOzhTOK6Slj+EeasxY</vt:lpwstr>
  </property>
  <property fmtid="{D5CDD505-2E9C-101B-9397-08002B2CF9AE}" pid="31" name="_IPGFLOW_P-CB6C_E-0_FP-9_CV-1748F583_CN-558F7D6D">
    <vt:lpwstr>DPSPMK|3|384|2|0</vt:lpwstr>
  </property>
  <property fmtid="{D5CDD505-2E9C-101B-9397-08002B2CF9AE}" pid="32" name="_IPGFLOW_P-CB6C_E-1_FP-A_SP-1_CV-F621209D_CN-5E39F7F8">
    <vt:lpwstr>Mv45R01RALs+fM6F+V4SHTlLo0o2p/LyuIkb7E8J7UgpMbFGXw4Vzgx9miOY1z+R74Qo6oFS7ryJZWMmG4vKcYB885V5yplRksx62hfAG2zTzfexFRIKiHaXVJOGYP1m+UvgcgR6PC0BOTyTi6VeCdxUzE6drkEoH+0odF7P0Z5CLH/glyFoR6PNeBNdVaC4O4q4P28carc43HDCdD/Ea+ToVVCsam1zvOF1NGeGY0nnpMH2mJsT6bWc1RMxPs9</vt:lpwstr>
  </property>
  <property fmtid="{D5CDD505-2E9C-101B-9397-08002B2CF9AE}" pid="33" name="_IPGFLOW_P-CB6C_E-1_FP-A_SP-2_CV-DB4FEBFA_CN-5D0A021C">
    <vt:lpwstr>niy044U72cU+7zu8EP+3JSgL7EIXI/TVwvuiwzmdQWON3lJAtjI8/KZUZ27JD9FqIewmZNGPW/bc/Zq/D/qw3RiuvePijJ9Ok02peNhcOf1SiYtnqJM2LhmHM78LIJrb9IYOiTwyIxofkvumaj8aup1eBYqN/7avFb23/EUUo4nzchbmvj3LNK0CYRjAmK94U</vt:lpwstr>
  </property>
  <property fmtid="{D5CDD505-2E9C-101B-9397-08002B2CF9AE}" pid="34" name="_IPGFLOW_P-CB6C_E-0_FP-A_CV-60DDE677_CN-DD1C2C7D">
    <vt:lpwstr>DPSPMK|3|448|2|0</vt:lpwstr>
  </property>
  <property fmtid="{D5CDD505-2E9C-101B-9397-08002B2CF9AE}" pid="35" name="_IPGFLOW_P-CB6C_E-1_FP-B_SP-1_CV-6CDF715D_CN-AA9F438C">
    <vt:lpwstr>kjpTwRpwJBFkUJS8+bguE/G0B/ekykBguxOOJcRiStgBZ5lNVcIc58tM1u+ijRycGPX8F5edhqzhDZ8KPVswsnet0bAY807BtKIh1uRJXn+m+hF4pVyLvKwImHwDHyYWnsy2VomsoUnUNE1aPgjafeGhVTLKmzYAcBSn90z6bIje9mJxc2FJAsf6BY019l3TwVV54zo9pUXKMFFjizZccPwwiuvlS82Givq0RzoBJPobe0gIn0qNnTlluQScGQ0</vt:lpwstr>
  </property>
  <property fmtid="{D5CDD505-2E9C-101B-9397-08002B2CF9AE}" pid="36" name="_IPGFLOW_P-CB6C_E-1_FP-B_SP-2_CV-20F35061_CN-92EC5176">
    <vt:lpwstr>yEhVczfkGmaewhFY/MQTirBjCHX61bfNdYPNs6jQ3kCJe6pSyFU+9+qEcAFUFAg0bfTcRX6mfU0jSvm68W0TUj54LEChvLjS29XzlTe5DHMZ9zOhj99xFzcVNPAZmFY4x</vt:lpwstr>
  </property>
  <property fmtid="{D5CDD505-2E9C-101B-9397-08002B2CF9AE}" pid="37" name="_IPGFLOW_P-CB6C_E-0_FP-B_CV-1748F583_CN-8B2BE4A">
    <vt:lpwstr>DPSPMK|3|384|2|0</vt:lpwstr>
  </property>
  <property fmtid="{D5CDD505-2E9C-101B-9397-08002B2CF9AE}" pid="38" name="_IPGFLOW_P-CB6C_E-1_FP-C_SP-1_CV-5108C2C6_CN-47916507">
    <vt:lpwstr>kjpTwRpwJBFkUJS8+bguEzuQkrvkt7C+ofhLqXnfcj+H1gSDU41TzWSOtjY2qNXC/IzPTL/xncpQbKbCOle8Vnmvk+ZoXNcXIR2mMqQ0cDagNfsnYtGkEohmSLqghy83bLpsg1m2AOLmRDrhU6RLiUKD6dPY8TgzQ9XVv2I99BDhyGvRRSqQx7WlvWddFFK5beMiRBH1Z/vc4EauQYzIJ4fgfwhrw/vlhXOX9CTPZavS1iCOoJjEyo6Bu4/KqVa</vt:lpwstr>
  </property>
  <property fmtid="{D5CDD505-2E9C-101B-9397-08002B2CF9AE}" pid="39" name="_IPGFLOW_P-CB6C_E-1_FP-C_SP-2_CV-EA4A3EB9_CN-66157A43">
    <vt:lpwstr>ctXVIP3p92SwFiUo1FzGhMiXpMP5s2gdjJSrsd8xDEU47Yzom10p68aN9ESuArRAsmUvcwGWu8/vQ/bAD6oNEl9ckodwiBrYJQYKGf0F+0BCdIFsOUYqWRfELry387FgK</vt:lpwstr>
  </property>
  <property fmtid="{D5CDD505-2E9C-101B-9397-08002B2CF9AE}" pid="40" name="_IPGFLOW_P-CB6C_E-0_FP-C_CV-1748F583_CN-D52467CF">
    <vt:lpwstr>DPSPMK|3|384|2|0</vt:lpwstr>
  </property>
  <property fmtid="{D5CDD505-2E9C-101B-9397-08002B2CF9AE}" pid="41" name="_IPGFLOW_P-CB6C_E-1_FP-D_SP-1_CV-F0E6066C_CN-CA6C7F19">
    <vt:lpwstr>kjpTwRpwJBFkUJS8+bguE+uIxqNbLHdXbV4wRIa0xOF61jETFksXN2TjFFFRcWLsbEANuRc70mTVe0/B35U/VtH5WQHsycQB/vEOBoIDjrR5OfFnHF7YDK6N48fqFG/eYihFstRvmecXW7HzWiA/PrUjjl/KlmH6nPmtcWzwhdS3TnSWYIOoH6aAM0/tQ0oHn84L937WwjjqQIN13usomPp9M1I0UCOUIzy8HX4qe6DiK3ZV0hiyEFy6sdeArNM</vt:lpwstr>
  </property>
  <property fmtid="{D5CDD505-2E9C-101B-9397-08002B2CF9AE}" pid="42" name="_IPGFLOW_P-CB6C_E-1_FP-D_SP-2_CV-6A0F06E4_CN-F9A7EBCF">
    <vt:lpwstr>N7zfVBCCZJlQhS/cchGzbH1cwnS/vZSDXBfVR2x+K5YveH73XOfvIcJZgqoYtkxuTEjRfbexNu3wz0hzqxHyqesLp6ZuAgN2J2W3v+ZpPRDI=</vt:lpwstr>
  </property>
  <property fmtid="{D5CDD505-2E9C-101B-9397-08002B2CF9AE}" pid="43" name="_IPGFLOW_P-CB6C_E-0_FP-D_CV-2D4294F3_CN-32CA3AE6">
    <vt:lpwstr>DPSPMK|3|364|2|0</vt:lpwstr>
  </property>
  <property fmtid="{D5CDD505-2E9C-101B-9397-08002B2CF9AE}" pid="44" name="_IPGFLOW_P-CB6C_E-1_FP-E_SP-1_CV-66270B99_CN-A5493DFA">
    <vt:lpwstr>kjpTwRpwJBFkUJS8+bguE42g7vfqnifNFuC/K+C4qRKYGLsCA4FTZudVWqCbHdq2jfk19HWcxmW0uvWUEmMcargdA4WownClHKEwJdv1/Hs7zoSO8Mnh2SL5fbYEHQcG6k3eLYwDQ3SHzlbkBOfznW5CSHJTAig/Q5kmIGVPsdQdLGBsIyHlGhPXEDnmKlofO499uPT54rMZToGWtnfRy+1K4WTV5KxI15YO3FN8FRtXdFdLVxhrDfeRi+WIzj/</vt:lpwstr>
  </property>
  <property fmtid="{D5CDD505-2E9C-101B-9397-08002B2CF9AE}" pid="45" name="_IPGFLOW_P-CB6C_E-1_FP-E_SP-2_CV-D4356CE6_CN-E76948B5">
    <vt:lpwstr>KlYIxg04VDfSLcTUvZ61BGd3ma7FP0YMNSzh9Wy6Ml6ShUVFnQKjtGUXxeFJ1FfFeoqYFmiLopq6QtNEYPYLfi85okkuKPn3ItOYvlxk91rwQM59AhHY9QUh3/PuJR9Qj</vt:lpwstr>
  </property>
  <property fmtid="{D5CDD505-2E9C-101B-9397-08002B2CF9AE}" pid="46" name="_IPGFLOW_P-CB6C_E-0_FP-E_CV-1748F583_CN-75C1B812">
    <vt:lpwstr>DPSPMK|3|384|2|0</vt:lpwstr>
  </property>
  <property fmtid="{D5CDD505-2E9C-101B-9397-08002B2CF9AE}" pid="47" name="_IPGFLOW_P-CB6C_E-1_FP-F_SP-1_CV-E1F9066E_CN-AE75887">
    <vt:lpwstr>kjpTwRpwJBFkUJS8+bguEzZpPCykXtzSw7rxBMoEkIi8wSDuVa8ghqQiKM4/ACswowywwQY4jBof6aGqjfxQhxDMInsNsF5geGRoMyulkJHqkdNThMm4o3lpsWOYCEjJt/C/JUS5QHSn1coUDGSrx6T6/VihPgcmelm/fRkwa+MK95VBJM+/AwoEhRlaipC1GU+nISg7M3e6aQwuUthO8GOOwgccBaAtpQKLQMjRhyzd3POGXA2YZHMvqGtXJEx</vt:lpwstr>
  </property>
  <property fmtid="{D5CDD505-2E9C-101B-9397-08002B2CF9AE}" pid="48" name="_IPGFLOW_P-CB6C_E-1_FP-F_SP-2_CV-4D9D4436_CN-AA2C565B">
    <vt:lpwstr>SHZc15z289PQvEuLgNKSr1fzr3H5sjVG/3mFSR+yzdnuKQhI1ZLr2PxiOaZ5icrOjgDbeMqopOWCW28mnRoZjYqkKTcq769/JkWDV+vaCHPqbd87Ys+8wcJUYKfBOy9oT</vt:lpwstr>
  </property>
  <property fmtid="{D5CDD505-2E9C-101B-9397-08002B2CF9AE}" pid="49" name="_IPGFLOW_P-CB6C_E-0_FP-F_CV-1748F583_CN-C80BD4DC">
    <vt:lpwstr>DPSPMK|3|384|2|0</vt:lpwstr>
  </property>
  <property fmtid="{D5CDD505-2E9C-101B-9397-08002B2CF9AE}" pid="50" name="_IPGFLOW_P-CB6C_E-1_FP-10_SP-1_CV-BAA5B33F_CN-8F44A54C">
    <vt:lpwstr>HVYbkV78Mg2felUU+C/1Ov6Ix+a5hajPlsf0Zm+91fcY5yEcgH++47XvUP8x0Xll6t53+GZYmgBctoZAkmqPHuk6SEXGX8kSU80hiAOrgBr3S0gjcWJloGdgCsaaC+Lh82fv1s82/ZOXqt/LsoQ1DC2jD4QrmfFBVHILkTv8wKJ+fgMkGad2AXzxHnLpzGXwQW+YHjQRzRFQhBKtF8Y6ZjQhItRk+82qcKqbtTI33Lm7bStdb9cfYSzw6VPQwQR</vt:lpwstr>
  </property>
  <property fmtid="{D5CDD505-2E9C-101B-9397-08002B2CF9AE}" pid="51" name="_IPGFLOW_P-CB6C_E-1_FP-10_SP-2_CV-75C62B8E_CN-8080531F">
    <vt:lpwstr>2Nj14WTEBBRKO52O0Ckdlwz1Yw+TM1el/90n+WUTrBFHQI3pZsjdp9/bu36wQFU8HVE23Cg4C6w7+LYG4HQU5TZzUMnvFKOiW+hYmOfYop1epREPuzBF4Od2/5GODtCDh</vt:lpwstr>
  </property>
  <property fmtid="{D5CDD505-2E9C-101B-9397-08002B2CF9AE}" pid="52" name="_IPGFLOW_P-CB6C_E-0_FP-10_CV-1748F583_CN-82B1C285">
    <vt:lpwstr>DPSPMK|3|384|2|0</vt:lpwstr>
  </property>
  <property fmtid="{D5CDD505-2E9C-101B-9397-08002B2CF9AE}" pid="53" name="_IPGFLOW_P-CB6C_E-1_FP-11_SP-1_CV-C24E4CD5_CN-60D6FD9F">
    <vt:lpwstr>HVYbkV78Mg2felUU+C/1OoFKofaYxb2W2+eyiYxVRxKCa0tlg0xxar0cqajq0GnCfpgmAcZeiE3SsL/ag8KG29rgN/3AVjeePcWn0szzE24NoKAwcqQzWXce+qPNW5KmJ5Mk6kHoN7GfKTSYTKBRKzm86MDXOmEF1ImPyZz/Q6xW1e8wmfEpDLOsBAjys4VD5Cix92RZYEPq7t8fYQFk8UL/xTQPeb0PY+TuN8ALfYN2ieZWS0VQPrtbtbQS2an</vt:lpwstr>
  </property>
  <property fmtid="{D5CDD505-2E9C-101B-9397-08002B2CF9AE}" pid="54" name="_IPGFLOW_P-CB6C_E-1_FP-11_SP-2_CV-9A7DBCF9_CN-F32C5C48">
    <vt:lpwstr>0aXWG7ItTg8R9k8xWvmkUhL2uUnqzfDayfXSLce0VV68GrR5qOXu3RaQm5Jm1JjYdX6pVn+mEaiLpNvHNWINb35lfMSlzAe95zZUI+/1ajtTPx73vFOQtP9OddE/WEsOG</vt:lpwstr>
  </property>
  <property fmtid="{D5CDD505-2E9C-101B-9397-08002B2CF9AE}" pid="55" name="_IPGFLOW_P-CB6C_E-0_FP-11_CV-1748F583_CN-5F271B00">
    <vt:lpwstr>DPSPMK|3|384|2|0</vt:lpwstr>
  </property>
  <property fmtid="{D5CDD505-2E9C-101B-9397-08002B2CF9AE}" pid="56" name="_IPGFLOW_P-CB6C_E-1_FP-12_SP-1_CV-3B84B910_CN-4C0803B8">
    <vt:lpwstr>9NZViAElY5Ji049aXb2SlLYjKRnxUpvsjA07n95YF42WSOXJkS2tEyoSlxDRUklAisSZmTZDIcc+ybVGhRCmUq8BMyv7062VjKKQlSi2AX9ehvXE5ulUMyfZHlW7DXwGjWkS+tfgRxatJeQ0a/PvVoK8xKzOmNij0BqfhuC4Z81Oz2ILJn2cSKxSDvkkhF7je9Xdr8+LYrcjoyi2HdAq8TJmnB8C7D/NmG0ECQBZWtau+0v3b1GJoN/KFfC4uwc</vt:lpwstr>
  </property>
  <property fmtid="{D5CDD505-2E9C-101B-9397-08002B2CF9AE}" pid="57" name="_IPGFLOW_P-CB6C_E-1_FP-12_SP-2_CV-BC74CA2E_CN-2F05CFE4">
    <vt:lpwstr>r0k+J0UIHa7mfmN1nXO/U6GGlORpEt1rMrwhqoJY9USwGP0tMtRaOP0RLL2hWS8RbiwB8LXTxkEsiY0D7QX1WbOex5L/nVoPSiwQ38pDFLZQW9CssSu63dAk0OZXDodwe4y8ImsQtkzoGs09XksBwDVpze/QfxKzb+5lj28IvVjZG4MaJJqDJgAeJ+klBduA8Xhm+gD24utk3vmzfJnunKw==</vt:lpwstr>
  </property>
  <property fmtid="{D5CDD505-2E9C-101B-9397-08002B2CF9AE}" pid="58" name="_IPGFLOW_P-CB6C_E-0_FP-12_CV-ACF98C78_CN-E6C69116">
    <vt:lpwstr>DPSPMK|3|472|2|0</vt:lpwstr>
  </property>
  <property fmtid="{D5CDD505-2E9C-101B-9397-08002B2CF9AE}" pid="59" name="_IPGFLOW_P-CB6C_E-1_FP-13_SP-1_CV-26DE4E1A_CN-FB386AE4">
    <vt:lpwstr>9NZViAElY5Ji049aXb2SlN3GJevDNn5wi4S2L/bL7hxDjzttYSAz7g17H05RzX2QtdyVSC+KhdWWjNMqcWatrstBI/yHwJGE25TXgqxWzEgulFepDBolF9cyxdDwL+7H4jims8r9+0wks+8//naEcxiK4Y2r+3kbMHqzNU7Zt+Hu1rXW8G/AFCORSvfq0qPk0xTgy9Z5H+Fn7rWzUWlcwvK+C5A7qY8Wtrnfez3CHuOvgwiHryufB8jtPWa6tfz</vt:lpwstr>
  </property>
  <property fmtid="{D5CDD505-2E9C-101B-9397-08002B2CF9AE}" pid="60" name="_IPGFLOW_P-CB6C_E-1_FP-13_SP-2_CV-B58BCA60_CN-8C287B19">
    <vt:lpwstr>t/ZolAqTWWnqg4FxUsrEKCo9WoXj9WEIpniUZKsXtqtNRJGVPvMvkwLm/LvzT6A8/Eq4l1PQ6Fu5IHIYN0ad8RqMh5oPNl4W6JetcEX0EziVapzWbyMpSHMiSNq7nRSxE</vt:lpwstr>
  </property>
  <property fmtid="{D5CDD505-2E9C-101B-9397-08002B2CF9AE}" pid="61" name="_IPGFLOW_P-CB6C_E-0_FP-13_CV-1748F583_CN-3F7BAE4B">
    <vt:lpwstr>DPSPMK|3|384|2|0</vt:lpwstr>
  </property>
  <property fmtid="{D5CDD505-2E9C-101B-9397-08002B2CF9AE}" pid="62" name="_IPGFLOW_P-CB6C_E-1_FP-14_SP-1_CV-9E0A9516_CN-97350B65">
    <vt:lpwstr>4NMpK0R4ybWmrsynC/rS93HgwAJ6r9c2XpCfCxOsM37lhDMRCY/u/HLdBBy6UoX6tOr1GhqxPk6gY+JOqikzs6Zt9Ezrno1YyqrdS/qNAWX/aIBqlhiVZ3zZIi5SF2zDIHCD9bN0caEGKGdSQ3SssvYwMs9ktD8VxVIV/3e13yFCGuHfPNoRx6VW/w/vLnrSogs+4hYvcncEYgpdSEYAoi0ZRnZqsAJxLmA0JcbZlpuRiR0QTnrc8VZ3oqfEh8S</vt:lpwstr>
  </property>
  <property fmtid="{D5CDD505-2E9C-101B-9397-08002B2CF9AE}" pid="63" name="_IPGFLOW_P-CB6C_E-1_FP-14_SP-2_CV-C03966F_CN-8BEA5E3E">
    <vt:lpwstr>DY+xF0qx3QLFAMOnoQHqUW9Zl84oggX84a8JzI5JMGulGiooB7RVmTWWUfnNH2FfclAqnHeZ7x/ULTSka35JjUEegEuQ0v6rInh6VUI68yClAywadbRBVgcwCHpTbmDtSrGARfqltayp2Uqz6+eNwDzPfo4af5y2UckSPRqOaF/zEGEvY9ty8E9FJPuDB6tFfy8ONhC85QbJvwoE88QvNFw==</vt:lpwstr>
  </property>
  <property fmtid="{D5CDD505-2E9C-101B-9397-08002B2CF9AE}" pid="64" name="_IPGFLOW_P-CB6C_E-0_FP-14_CV-ACF98C78_CN-46234ECB">
    <vt:lpwstr>DPSPMK|3|472|2|0</vt:lpwstr>
  </property>
  <property fmtid="{D5CDD505-2E9C-101B-9397-08002B2CF9AE}" pid="65" name="_IPGFLOW_P-CB6C_E-1_FP-15_SP-1_CV-961CA1A0_CN-7BA50B9B">
    <vt:lpwstr>94ZiqnwULukQLNM1XcuVSPhvhppQn/9oypsnBKBX+IABq2kMlT24mibG3B5iJLFoLsVsjKojaRuqQS3NYsFUOnaGrYyIhfNxa89ZqHAKy0mD3I0rFrXy5K1LN0bdqLLCH1rJFJZDntulvU88cQ4jfYQzbfhc2GRCu6VUOW0o+Xra6mkqVA2CCxg2jAEafCnnch9mze6Hf4D8rptrIDKDv4Zyoi18ECuON2CbqPexCv9GgykRfUVUinMOXDRLk/M</vt:lpwstr>
  </property>
  <property fmtid="{D5CDD505-2E9C-101B-9397-08002B2CF9AE}" pid="66" name="_IPGFLOW_P-CB6C_E-1_FP-15_SP-2_CV-8D767343_CN-10C8DD4C">
    <vt:lpwstr>jcmMeLi2Buz5E5+KBEPMkBlMPu0ezJycWke2B8JHktjbj2e2Vo/2bJO49ij7VxXi0L8FvhUqzBRR0I9SDHnZ0Yabnhk7aCqIxiEW+ZYdWHCXjB0DO/L7etq6HN77sUcr7jz+IdR3l9CbOPtCPwwRCp3z9uBiudXf7KqX1j2v3EIrZ9T9t6je1r02s7sDTaVosyKd6IBcBvfLwh0xRkJZOqpapkf9I887XqDbMl+j3YjA=</vt:lpwstr>
  </property>
  <property fmtid="{D5CDD505-2E9C-101B-9397-08002B2CF9AE}" pid="67" name="_IPGFLOW_P-CB6C_E-0_FP-15_CV-96F3ED08_CN-C3BB0245">
    <vt:lpwstr>DPSPMK|3|492|2|0</vt:lpwstr>
  </property>
  <property fmtid="{D5CDD505-2E9C-101B-9397-08002B2CF9AE}" pid="68" name="_IPGFLOW_P-CB6C_E-0_CV-69922C53_CN-8FC04370">
    <vt:lpwstr>DPFPMK|3|50|22|0</vt:lpwstr>
  </property>
  <property fmtid="{D5CDD505-2E9C-101B-9397-08002B2CF9AE}" pid="69" name="_IPGFLOW_P-CB6C_E-1_FP-16_SP-1_CV-60437126_CN-21E9F053">
    <vt:lpwstr>0tavXfahfJGWhpEqpAMO90Fh/toRNd4pQoZQq9mC+wOaZmxBe8BZpZm99Y3EDNpSVUqp41sl8HAhAa4LElm8QZHGuYbNFeUZzM8+99IVTIjHSKIokzLANlUOUVsu4LdEtfryPnBUJl2ueqZBfsmXdxYNGtL3IpSA261Y3U8pnHmZsa96z5i3QW9g/5LCnQO87uk9Rhx1ZsutRy1LajEe8nu8Zi4ySN9es/KLKzGIqsLST9WLrMs3S27XhAx2V9z</vt:lpwstr>
  </property>
  <property fmtid="{D5CDD505-2E9C-101B-9397-08002B2CF9AE}" pid="70" name="_IPGFLOW_P-CB6C_E-1_FP-16_SP-2_CV-7FFC0CBB_CN-D2FC7D43">
    <vt:lpwstr>yyRHGySQAy1m+hKDKyQCivOAHPQqRivucmkp/nHIlqhp5zpFAjiQyzj7eFcacUWczzhvulMeGbPh0uUhci+WEM668KrH1q3we2dG34HZQrLvWEFaqafLOSXxvQDT7f01Y3CZ1O41TRku6VnnvO8xiz56ttVqKxn0WTautT1fbbjU=</vt:lpwstr>
  </property>
  <property fmtid="{D5CDD505-2E9C-101B-9397-08002B2CF9AE}" pid="71" name="_IPGFLOW_P-CB6C_E-0_FP-16_CV-B684056A_CN-7A126F3B">
    <vt:lpwstr>DPSPMK|3|428|2|0</vt:lpwstr>
  </property>
  <property fmtid="{D5CDD505-2E9C-101B-9397-08002B2CF9AE}" pid="72" name="_IPGLAB_P-CB6C_E-1_CV-FDA1BA6D_CN-9A83D213">
    <vt:lpwstr>2/9pRhkMLT9lUnzf3TDNw0eNs0i2Y/2UybrgcgxbAc0R/DbzJ0Oon3pL9RJx4lcleYMOeWseF7YdvjHKN4Cx77qyCljmu/1/jExeNRU6fI9dtbu5JKy39Q8y2mXQeBlcf2vVtX8tv2tNCHYEIVFoCw==</vt:lpwstr>
  </property>
</Properties>
</file>